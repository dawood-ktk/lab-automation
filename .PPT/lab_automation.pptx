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83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1" clrIdx="0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commentAuthors" Target="commentAuthors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2C98D1FD-A400-42C3-4F68-08A57CFB36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71660" y="1993672"/>
            <a:ext cx="2567145" cy="2566270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&gt;</a:t>
            </a:r>
            <a:r>
              <a:rPr lang="en-US" dirty="0" err="1"/>
              <a:t>ascascvsdaz</a:t>
            </a:r>
            <a:endParaRPr lang="en-PK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91993ED4-E69B-E776-A703-F1DA18870D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95193" y="1494410"/>
            <a:ext cx="3587326" cy="3585930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&gt;</a:t>
            </a:r>
            <a:r>
              <a:rPr lang="en-US" dirty="0" err="1"/>
              <a:t>ascascvsdaz</a:t>
            </a:r>
            <a:endParaRPr lang="en-PK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05BC1FC0-7C2A-26D8-1218-CEBDD5B1D9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96994" y="1828564"/>
            <a:ext cx="2603135" cy="260323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&gt;</a:t>
            </a:r>
            <a:r>
              <a:rPr lang="en-US" dirty="0" err="1"/>
              <a:t>ascascvsdaz</a:t>
            </a:r>
            <a:endParaRPr lang="en-PK" dirty="0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4428C04-FCAE-4488-DE16-4AFB8CDD7FA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724" y="1398624"/>
            <a:ext cx="3587326" cy="3585930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&gt;</a:t>
            </a:r>
            <a:r>
              <a:rPr lang="en-US" dirty="0" err="1"/>
              <a:t>ascascvsdaz</a:t>
            </a:r>
            <a:endParaRPr lang="en-PK" dirty="0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9DD6D309-EBA6-21E2-5C28-C1F2615BF30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66888" y="1058442"/>
            <a:ext cx="4458224" cy="4457863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&gt;</a:t>
            </a:r>
            <a:r>
              <a:rPr lang="en-US" dirty="0" err="1"/>
              <a:t>ascascvsdaz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171896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580F-BAAE-D905-7593-6ED76E0E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7180B-4D34-7BD6-C23B-5212B4D04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9E87-ADC2-AF1C-A9A7-F4CD34D6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E24F0-818D-1F07-69C9-5CCB200EE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F9E3-DC96-1158-DC9F-1C44EDE8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9751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D77E-2E85-7E04-EB29-90773BD09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8234F-FF39-6082-B26C-A096FAF9F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4157C-9F73-1A7A-377A-4A0D60D57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68077-1FB4-446C-478B-6712F254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3CDBA-B5CD-41E1-0B37-D1A5353A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8793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E735-1059-1B40-D03D-C63C8A65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67E3A-3E07-1CD6-B7C3-0AD1E188F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DBB8F-0340-93C8-3A0B-E3829DE87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5BDE3-F85E-77D0-D275-3FF73EA7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40927-91DC-580B-260F-C4CCDC57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26A48-F4EA-CE74-E32D-1ED02F7B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7962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306E7-F6FB-D2B7-E4C5-44866B1DF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3FE48-9D10-B9BC-E14F-8DEDF444C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72FD0-CFB2-F448-02AE-BED6B6C93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10081-7E31-33A4-477D-E3FFA88DD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4EF727-7BDB-6EE3-3859-8DDAEAA2D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1EDBB-E3F7-2875-8CD9-C3B2062E7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620D3-BB2E-54EC-AAD3-24C60112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66EE-000A-9196-E40B-B0A2DB94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1702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18DC-7086-072C-F705-5782FFA0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0A3AC6-7A43-968D-8725-1DE4C254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01DE8-9891-B081-2C16-BE5C6C7D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2F2BB-1825-73EC-A117-2B75AE62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463066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CA89E-9BD1-3CD6-BC14-C6AC5DA9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B7377-3FF6-7500-67BA-5E7721C2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685FB-28AB-9EFC-02E6-73EF71FC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70549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412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A0A4-0368-1151-0D26-32D7037C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ED84C-1603-DFB2-7FDF-D97A56C0B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AC6B2-21E7-76BC-8038-8FDF0A474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70FBA-A001-767D-E460-2364AE88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1E69-2CF8-11A4-A376-FBE1266C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33988-DA66-23EB-21F9-9D45A79B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83838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8F01-560B-E1EB-C5A7-C76E118F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55143-32E9-7077-B1BF-88D799644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1D35B-739C-6E25-2AAF-7DEE7F42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B96C4-2580-A438-2BCF-33DD1273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EEDF1-FB0C-84EF-29C3-8765E14A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2937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65159-BC25-9949-516A-0A21E656C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22B92A-BBDF-6B51-0BBB-78AE0DFCF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62F45-6C9E-338B-72C3-5A72BE06F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F4A7A-8B3B-E6E2-3120-C98DBB9A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8D737-E770-7CD2-4940-6A0D5F15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58787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1261F-F13E-15BB-AA66-1AB09041A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F3854-2079-1246-47DF-7CCF936BE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EEF8C-485D-C535-9D3B-EFF081F2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1F021-9425-4674-BD8E-BBE09F9F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57667-01A4-3B46-E26D-1639CA17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216433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4D2D-1A4E-9907-5B46-C7F31942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DCD6D-C0A1-1E42-66F9-3F0640ECA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FDAA5-21E3-6B8F-66C9-1FB84211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700B1-E896-B724-F321-EF50229B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B591B-BC8D-5BD3-D7AF-D065C36C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23885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7DF6-41CE-767D-F0B2-B08D2FF3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31510-C578-5DA9-BB13-C66D8F3CD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0ECF9-DC7F-F559-8BBF-D11AC979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D220-B5EA-EBC3-EB08-0D1F28CD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3605A-FD2C-CCD7-1082-8EF4C7ED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9530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E0DB6-7619-0DBF-8163-A59D3D3A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14CC-F166-6158-5D46-60EA0E681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B23C9-CFBE-05CB-5CE2-95BFBE500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208A0-E572-5C9A-697B-409CFF93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A977F-CABA-A86E-721A-C857B4C0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5C66A-DB39-3643-3182-00056C47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118669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2FA38-602C-A8FE-0319-716A7281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65380-51AC-8A3E-CAC4-3268028C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46892-A4A9-A78D-B3CF-BCADF58EB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23282-3A97-6EE2-5184-80A964C1A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78C2F-0319-F716-CA47-A84F24CFAB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5363E-EF15-B0D5-B9F9-F2702159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ED287-FA75-17F0-A252-E19B5FBC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392BE-2292-A162-70F7-738983B9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240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5ADB-98B3-4AF8-47C2-474930AA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220046-46E9-AFF5-40C3-C7D8A93E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FD56F-DC4E-F80D-52AB-F39A25FD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46744-390E-3466-D79B-A3B9E6F1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58904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BC2AE-04B5-8208-6433-988E4744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A26BF5-5FC4-E458-7A58-3133671E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4531E-F5C0-6AC4-E971-A3E19886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9546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3EAE-04B1-6135-2502-BA75562D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1DADF-30BD-F174-56A4-DB8615DF5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5642B-4747-9102-B7DC-B02EFF1EB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A5093-6F28-B1BD-7DA8-260C0E4E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254A-C087-A552-BA7F-FA4B4998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2CA42-C24F-BF0A-F59F-51802E8A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228762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9F3B-FEFB-916B-661E-350DD898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4A128-0824-9216-8D98-4BA88CB89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45918-098F-BBEA-3140-4D745ADE3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4F312-FCB9-FB91-B2A5-4D76E98F5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798E3-1B24-5CE5-9386-A2F19613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F7350-7BF9-5CC1-B24C-19C0F5DD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4554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967C1-4D89-D473-1A45-5E4B181A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404F6-5399-D343-8BE9-082F46D80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BCEE-8A55-80FD-F49C-232147A53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687E5-F7D4-5C46-8D7F-4CE2DB6B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A7AC7-89D3-EF14-D069-BD873B8E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3893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BDACC-883F-9F99-93E3-8DB4C613E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5B188-46CF-67BC-A821-08CC638E2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D7E44-B2A6-5094-FC72-62242EE0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4F519-D72C-49A3-47D6-778BF8FD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663BA-6DFA-4F37-C594-FDF6A5EA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849397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D53A-1D81-4167-FBC5-7B4B25656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C5900-DD7D-8162-4C21-E21BDC623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90AF-9965-1FED-39E4-26918D880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E7508-613E-C7EF-7118-9B0F1D4A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FAFC-97C3-F4A5-700C-96D870B5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5016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5960-1FBE-3AD2-AA1B-A57408FD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008E3-299C-0100-30F3-36F7AC0B3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DEE23-3554-73E3-1552-710D3B14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FF20C-2D59-DF7E-C994-9623634B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2A937-0F4F-69EA-77BE-D7540235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55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754C-AB88-1A0B-F211-9A1F96E1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CC942-5C9A-41B4-32DD-86585BDDA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BA06E-F1E7-83D5-E335-124906E7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DCFBB-BFB5-486B-5BB4-1C946A5B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21907-616A-23EB-1BF4-A9E57E21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09978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78D9-24A6-52F9-3B1E-3981D36F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D550F-F4C9-2914-3DD0-DEFCA1FFA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D89D9-CE7B-E2A6-C97A-F89F628E8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C7037-D1C2-F799-2634-620E82894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9FB4E-B895-D23C-D520-F7F12844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0A57B-5ACF-1300-3194-CD09FDEE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756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7733-6480-73C5-0853-1F717E0F1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6A5F2-673F-16A5-280E-929DE7093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8EF7B-525D-BC28-1A1F-3AE54D439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24E55-20D8-BC55-E6A5-6EDD47223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9115B0-A5CD-65FE-AC08-1C1638F19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C41A3-6BAB-B043-28E7-69F4E357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55FE3-42F3-A0DE-12C0-136B0C68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8378B-0776-70B9-6E96-64567C63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07676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E5D7-BF58-0CC9-04D5-BBA6EE4F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7B79E9-7D86-5E59-5C45-71305695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383B51-ADBC-5CAD-EED3-854889896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DB7E8-3DA8-1CFC-BC66-A8C5E97C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6727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B8760-C45C-BF6E-B5B5-FFC25839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58BBF-FB1F-215C-1C06-417E6FC6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AA746-C190-A984-95F3-74858292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3098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45197-7A7E-F594-5181-3C638050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1BCD7-9DDE-51CE-E753-5946F0F80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16FCA-718E-9C04-C08B-1A054589F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EDD7E-C652-D65B-5BB6-84BB5283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A7C10-9F2D-8BCC-6C1C-D7585A44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0B6B3-4EE0-15A3-6A25-8C5CA4D3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7943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9F3B-A03C-1453-46EE-B2D11183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61902-A4E7-CE34-EB52-DFFB6C26F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0F22D-6A12-DEA6-A3BB-00541E8C7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09980-A72B-74C4-EF5D-6D869301C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3B0E1-C556-8BC6-FE9C-CDAAEA0C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5A309-303A-5219-DF67-D6ED8E53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1903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AF7F-7B67-8513-A9A5-000EE8F2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286EB-2489-1062-C9E9-1CB0795D3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9B48A-CC5C-A769-D4C7-23FE3B8A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66140-96D5-AD0E-D0DF-EFBC6841F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6CF36-FDE0-85C4-7176-8E960D5C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5119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F35583-1723-5625-8986-4723C569F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AE8BD-A02D-8DC3-3C6F-C40753CFC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4F4D6-98F2-BF00-222E-7070B555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C3202-249D-F7A4-628D-7D168DFC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171A8-B860-A145-7821-88AAF171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8391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4B7A4-91DA-4332-7A12-8DF08C44F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C606D-93C6-0B38-9A53-E936F1FFE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32625-D097-B532-AD81-32FD51524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359F9-CE00-45B4-BC6E-C7F8EC34E82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7C134-1C21-13D0-3DB6-E7ADE2390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72F4-D359-AA90-0D8F-EC01268ED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A4722-08B2-44C5-ACD5-6FD9B227D03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8225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AFE4D7-AD38-6267-93F5-72B1197C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2172F-6233-A690-E223-6E580C7D6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28ACC-D526-EA32-3EB1-698A1F361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9B332-8086-44BD-A92E-8867054A5D18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2AC20-7899-FFA0-F7E7-A58C05639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C3550-A45F-23C7-71C5-7AEDF2B36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143FC-0026-4C09-B563-DD3D3BD3A12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496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27725-D980-20BA-16EB-125CA459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304D0-C6F3-DB90-BA8F-1C5C969CB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CA928-04CA-D296-C0C4-877C62319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77EC0-64B1-4D50-AA90-9263BF3A9CD0}" type="datetimeFigureOut">
              <a:rPr lang="en-PK" smtClean="0"/>
              <a:t>13/01/2026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0B9C0-E77D-C15B-BB15-607DC6E1F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1A1B9-4ACB-AD7C-EE51-F4830BD01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FEFFD-CD8C-4A24-9776-01AABC68FE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7517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11FE75B6-9FCB-D5B4-470E-BACCB37C3DDC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7960B423-75AC-ABEE-D49A-BBC2343AEF1F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0A0F1F51-8474-F42D-232F-43D0164414CC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C43A2304-823A-77A7-1087-A6416B242270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DE417F2-6B86-1F07-516F-2AFD0560AC85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&gt;ascascvsdaz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B752C-05C7-76D4-08E8-B1BECE5FA27C}"/>
              </a:ext>
            </a:extLst>
          </p:cNvPr>
          <p:cNvSpPr txBox="1"/>
          <p:nvPr/>
        </p:nvSpPr>
        <p:spPr>
          <a:xfrm>
            <a:off x="5105399" y="787706"/>
            <a:ext cx="2013857" cy="409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F1BCC-36C7-AED4-22AE-AF064CDBDEFB}"/>
              </a:ext>
            </a:extLst>
          </p:cNvPr>
          <p:cNvSpPr txBox="1"/>
          <p:nvPr/>
        </p:nvSpPr>
        <p:spPr>
          <a:xfrm>
            <a:off x="4614451" y="260785"/>
            <a:ext cx="29159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Login to 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The SRS Manufacture</a:t>
            </a:r>
          </a:p>
          <a:p>
            <a:pPr algn="ctr"/>
            <a:endParaRPr lang="en-PK" sz="2400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0353E-EB78-6F9C-3783-D9A3073E59FD}"/>
              </a:ext>
            </a:extLst>
          </p:cNvPr>
          <p:cNvSpPr txBox="1"/>
          <p:nvPr/>
        </p:nvSpPr>
        <p:spPr>
          <a:xfrm>
            <a:off x="7424271" y="1107503"/>
            <a:ext cx="2170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Home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2DA87-BBC9-8FFE-8965-2EF01BE94F0C}"/>
              </a:ext>
            </a:extLst>
          </p:cNvPr>
          <p:cNvSpPr txBox="1"/>
          <p:nvPr/>
        </p:nvSpPr>
        <p:spPr>
          <a:xfrm>
            <a:off x="8879047" y="1430668"/>
            <a:ext cx="2170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CA1EF-9660-D007-CF7C-B0EECE808100}"/>
              </a:ext>
            </a:extLst>
          </p:cNvPr>
          <p:cNvSpPr txBox="1"/>
          <p:nvPr/>
        </p:nvSpPr>
        <p:spPr>
          <a:xfrm>
            <a:off x="2252839" y="1002535"/>
            <a:ext cx="2639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team</a:t>
            </a:r>
            <a:endParaRPr lang="en-US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3D38D-45F7-7E64-CF65-E4A017F390E1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013751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91C38B97-30C6-DBC0-073D-75BCEDE13A3D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E279CFED-8B6E-94FA-F1D2-C55AAFC342D8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81E7AE5D-8256-8B09-CB7A-BABD63EB1608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BED4B93D-13B5-BC40-6260-8380CE6F15E1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4FD340-4E5F-7E76-AA98-2CEA9D7A77BD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59F485-6AFC-5A98-201A-3F83CCF94136}"/>
              </a:ext>
            </a:extLst>
          </p:cNvPr>
          <p:cNvSpPr txBox="1"/>
          <p:nvPr/>
        </p:nvSpPr>
        <p:spPr>
          <a:xfrm>
            <a:off x="4645879" y="122618"/>
            <a:ext cx="29159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The SRS Manufacture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About </a:t>
            </a:r>
          </a:p>
          <a:p>
            <a:pPr algn="ctr"/>
            <a:endParaRPr lang="en-PK" sz="2400" b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231B2-E077-302C-301E-7E8F24919BB3}"/>
              </a:ext>
            </a:extLst>
          </p:cNvPr>
          <p:cNvSpPr txBox="1"/>
          <p:nvPr/>
        </p:nvSpPr>
        <p:spPr>
          <a:xfrm>
            <a:off x="7424271" y="1107503"/>
            <a:ext cx="2170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B04516-6039-6456-388D-3B56CF5FD303}"/>
              </a:ext>
            </a:extLst>
          </p:cNvPr>
          <p:cNvSpPr txBox="1"/>
          <p:nvPr/>
        </p:nvSpPr>
        <p:spPr>
          <a:xfrm>
            <a:off x="8879047" y="1430668"/>
            <a:ext cx="2170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9B9DF6-3D8E-0D87-ECD2-F98D81EC6BED}"/>
              </a:ext>
            </a:extLst>
          </p:cNvPr>
          <p:cNvSpPr txBox="1"/>
          <p:nvPr/>
        </p:nvSpPr>
        <p:spPr>
          <a:xfrm>
            <a:off x="2314641" y="887934"/>
            <a:ext cx="24403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Login to</a:t>
            </a:r>
          </a:p>
          <a:p>
            <a:pPr algn="ctr"/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endParaRPr lang="en-US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36714D-4AB4-C589-9112-D32643859C6A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040474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3BA0C3F2-90AA-CF70-2EF2-3320011ABE28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53F530DF-C6B9-94D4-8993-AE80B2C09F7C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97F1F748-957E-F78E-AFFE-36B93939F3B5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A1A2C3E9-599E-7BBE-69E0-A66B92B3D419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C7EB0BC-DA52-B563-B472-6EB487F6385F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C442AF-0853-E03B-955C-D24A700CBA7B}"/>
              </a:ext>
            </a:extLst>
          </p:cNvPr>
          <p:cNvSpPr txBox="1"/>
          <p:nvPr/>
        </p:nvSpPr>
        <p:spPr>
          <a:xfrm>
            <a:off x="4918866" y="22033"/>
            <a:ext cx="23741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SRS Manufacture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Products</a:t>
            </a:r>
          </a:p>
          <a:p>
            <a:pPr algn="ctr"/>
            <a:endParaRPr lang="en-PK" sz="2400" b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A717C-EDEF-9460-6FE8-6B94052657FB}"/>
              </a:ext>
            </a:extLst>
          </p:cNvPr>
          <p:cNvSpPr txBox="1"/>
          <p:nvPr/>
        </p:nvSpPr>
        <p:spPr>
          <a:xfrm>
            <a:off x="7480405" y="936324"/>
            <a:ext cx="2170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E38ED-3511-ADB2-2B3B-B4E635AE06E4}"/>
              </a:ext>
            </a:extLst>
          </p:cNvPr>
          <p:cNvSpPr txBox="1"/>
          <p:nvPr/>
        </p:nvSpPr>
        <p:spPr>
          <a:xfrm>
            <a:off x="8879047" y="1430668"/>
            <a:ext cx="2170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testimonial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0552E-EEC6-B20C-D762-5BE9D0BE2FFF}"/>
              </a:ext>
            </a:extLst>
          </p:cNvPr>
          <p:cNvSpPr txBox="1"/>
          <p:nvPr/>
        </p:nvSpPr>
        <p:spPr>
          <a:xfrm>
            <a:off x="2286996" y="1030078"/>
            <a:ext cx="24403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The 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About </a:t>
            </a:r>
          </a:p>
          <a:p>
            <a:pPr algn="ctr"/>
            <a:endParaRPr lang="en-US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DD526C-E19F-4FB7-E238-58924F5EA7AE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Login to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</p:txBody>
      </p:sp>
    </p:spTree>
    <p:extLst>
      <p:ext uri="{BB962C8B-B14F-4D97-AF65-F5344CB8AC3E}">
        <p14:creationId xmlns:p14="http://schemas.microsoft.com/office/powerpoint/2010/main" val="2083555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93EE2591-C45F-763A-1358-7D83CB2DA91C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FB5EFF7D-923C-77E5-0FE1-081B97778D89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341CA21A-7A0E-D0DA-34C2-0FE027EFF126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605523B9-EDF6-DEDA-6704-CF7E351DC662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5DA971D-69AE-7642-E6DA-66EF6FF4D254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BCCAA-0BA6-1FC1-4A94-60E9D75FE467}"/>
              </a:ext>
            </a:extLst>
          </p:cNvPr>
          <p:cNvSpPr txBox="1"/>
          <p:nvPr/>
        </p:nvSpPr>
        <p:spPr>
          <a:xfrm>
            <a:off x="4896958" y="22033"/>
            <a:ext cx="23741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SRS Manufacture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testing</a:t>
            </a:r>
            <a:endParaRPr lang="en-PK" sz="2400" b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6307E-652E-3D38-9172-231337555B5A}"/>
              </a:ext>
            </a:extLst>
          </p:cNvPr>
          <p:cNvSpPr txBox="1"/>
          <p:nvPr/>
        </p:nvSpPr>
        <p:spPr>
          <a:xfrm>
            <a:off x="7480405" y="936324"/>
            <a:ext cx="2170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650A1-DB70-8D4A-CFA9-383241CFDEAD}"/>
              </a:ext>
            </a:extLst>
          </p:cNvPr>
          <p:cNvSpPr txBox="1"/>
          <p:nvPr/>
        </p:nvSpPr>
        <p:spPr>
          <a:xfrm>
            <a:off x="8879047" y="1430668"/>
            <a:ext cx="2170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442B3-5246-741B-8636-ECC8E45E3EC1}"/>
              </a:ext>
            </a:extLst>
          </p:cNvPr>
          <p:cNvSpPr txBox="1"/>
          <p:nvPr/>
        </p:nvSpPr>
        <p:spPr>
          <a:xfrm>
            <a:off x="2286996" y="1030078"/>
            <a:ext cx="24403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  <a:p>
            <a:pPr algn="ctr"/>
            <a:endParaRPr lang="en-US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F497F1-6B46-5FCC-D6A2-4E9CAFA06007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The 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About </a:t>
            </a:r>
          </a:p>
        </p:txBody>
      </p:sp>
    </p:spTree>
    <p:extLst>
      <p:ext uri="{BB962C8B-B14F-4D97-AF65-F5344CB8AC3E}">
        <p14:creationId xmlns:p14="http://schemas.microsoft.com/office/powerpoint/2010/main" val="3637130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C3FE203B-C202-4EA6-1081-29A1A711CB86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D4C7B38D-25DB-7812-CB62-1956DD59B5C5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5D2EB5D4-4A47-2A46-3E04-095F2A517829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&gt;</a:t>
            </a:r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EE6F92A5-689F-A11D-19B6-823308D1B38B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075C193-BABB-304D-BB14-FDC700EE933E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94D48-7501-5E32-91C8-E8D24CAFD49A}"/>
              </a:ext>
            </a:extLst>
          </p:cNvPr>
          <p:cNvSpPr txBox="1"/>
          <p:nvPr/>
        </p:nvSpPr>
        <p:spPr>
          <a:xfrm>
            <a:off x="4896958" y="22033"/>
            <a:ext cx="23741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SRS Manufacture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Our Team</a:t>
            </a:r>
            <a:endParaRPr lang="en-PK" sz="2400" b="1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F92CE-E010-67F4-391C-D6D2C5FC4E92}"/>
              </a:ext>
            </a:extLst>
          </p:cNvPr>
          <p:cNvSpPr txBox="1"/>
          <p:nvPr/>
        </p:nvSpPr>
        <p:spPr>
          <a:xfrm>
            <a:off x="7494053" y="1002535"/>
            <a:ext cx="2170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testimonial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9FC74-6554-6CAC-9544-9EB757D09F78}"/>
              </a:ext>
            </a:extLst>
          </p:cNvPr>
          <p:cNvSpPr txBox="1"/>
          <p:nvPr/>
        </p:nvSpPr>
        <p:spPr>
          <a:xfrm>
            <a:off x="8879047" y="1430668"/>
            <a:ext cx="2170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EAA30-4E80-A236-1FA0-13BAE0D54F4E}"/>
              </a:ext>
            </a:extLst>
          </p:cNvPr>
          <p:cNvSpPr txBox="1"/>
          <p:nvPr/>
        </p:nvSpPr>
        <p:spPr>
          <a:xfrm>
            <a:off x="2286996" y="1030078"/>
            <a:ext cx="2440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8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350B-9AD1-E9D9-45BF-0FC695B74403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</p:txBody>
      </p:sp>
    </p:spTree>
    <p:extLst>
      <p:ext uri="{BB962C8B-B14F-4D97-AF65-F5344CB8AC3E}">
        <p14:creationId xmlns:p14="http://schemas.microsoft.com/office/powerpoint/2010/main" val="1364916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02C95712-1921-E865-13BF-5550BEFFB73E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9AD6050E-0F89-612E-4A9F-AF0DF5F61A09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3E8EA555-A002-A048-5D8E-5878E8BF8F2A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ED631626-F05F-A88A-6575-13F81565423B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3BDE79D-5A09-5F20-5923-672D951A6982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36681-78BE-8E62-9685-32673DA3C0AE}"/>
              </a:ext>
            </a:extLst>
          </p:cNvPr>
          <p:cNvSpPr txBox="1"/>
          <p:nvPr/>
        </p:nvSpPr>
        <p:spPr>
          <a:xfrm>
            <a:off x="4896961" y="22033"/>
            <a:ext cx="2374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SRS Manufacture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testimonial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9208C-E6B7-A864-7EFB-00794EC212CF}"/>
              </a:ext>
            </a:extLst>
          </p:cNvPr>
          <p:cNvSpPr txBox="1"/>
          <p:nvPr/>
        </p:nvSpPr>
        <p:spPr>
          <a:xfrm>
            <a:off x="7494053" y="1002535"/>
            <a:ext cx="2170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contact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E0E0D-3E5B-8949-4109-C9E63411BE32}"/>
              </a:ext>
            </a:extLst>
          </p:cNvPr>
          <p:cNvSpPr txBox="1"/>
          <p:nvPr/>
        </p:nvSpPr>
        <p:spPr>
          <a:xfrm>
            <a:off x="8879047" y="1430668"/>
            <a:ext cx="2170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Link to admin panel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307EB-56BD-6582-E693-541D595B0394}"/>
              </a:ext>
            </a:extLst>
          </p:cNvPr>
          <p:cNvSpPr txBox="1"/>
          <p:nvPr/>
        </p:nvSpPr>
        <p:spPr>
          <a:xfrm>
            <a:off x="2286996" y="1030078"/>
            <a:ext cx="2440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team</a:t>
            </a:r>
            <a:endParaRPr lang="en-US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06811-80C3-A7A1-6196-75AB3B6A1B5F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2311739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A0DF28C1-F841-2417-2139-521FC34B618E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4E365355-344B-E81D-B0C9-D88AE4EF3EEA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C1B977C7-B13F-071B-8433-D8A2335B6EC8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F0FAB477-173F-1AA3-0CCB-56A364883FD2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A0E3696-32A4-54A8-ED23-D268D0A26F4C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2999C-4625-5C06-C28A-2B2871AB3DB8}"/>
              </a:ext>
            </a:extLst>
          </p:cNvPr>
          <p:cNvSpPr txBox="1"/>
          <p:nvPr/>
        </p:nvSpPr>
        <p:spPr>
          <a:xfrm>
            <a:off x="4896961" y="22033"/>
            <a:ext cx="23741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SRS Manufacture</a:t>
            </a: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contact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AFD7D-0FF1-F11E-70D8-8B460C8FCC27}"/>
              </a:ext>
            </a:extLst>
          </p:cNvPr>
          <p:cNvSpPr txBox="1"/>
          <p:nvPr/>
        </p:nvSpPr>
        <p:spPr>
          <a:xfrm>
            <a:off x="7505690" y="849041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Link to admin panel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A8B783-386E-8D17-31B0-BCCA6DAD1C86}"/>
              </a:ext>
            </a:extLst>
          </p:cNvPr>
          <p:cNvSpPr txBox="1"/>
          <p:nvPr/>
        </p:nvSpPr>
        <p:spPr>
          <a:xfrm>
            <a:off x="8879047" y="1430668"/>
            <a:ext cx="2170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Login to 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05E14-72E2-C70B-245A-05FE9A735F4A}"/>
              </a:ext>
            </a:extLst>
          </p:cNvPr>
          <p:cNvSpPr txBox="1"/>
          <p:nvPr/>
        </p:nvSpPr>
        <p:spPr>
          <a:xfrm>
            <a:off x="2370821" y="968401"/>
            <a:ext cx="2440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testimonial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A2FE02-7B9E-E1F0-FC37-64DF7373AE40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2805430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8138ACA7-EDE2-9D7C-81E0-23A3E12BA820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1147D67E-4022-4C9A-75E2-1630579F90BD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428BDE8D-88DA-2E08-E768-29D58BA97314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BE4682CB-6DE4-FDFD-5B8C-8A37CDF433E3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3865F3-05CA-528A-6931-20633102403C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9722D-B9FF-9698-0404-B245DA47C320}"/>
              </a:ext>
            </a:extLst>
          </p:cNvPr>
          <p:cNvSpPr txBox="1"/>
          <p:nvPr/>
        </p:nvSpPr>
        <p:spPr>
          <a:xfrm>
            <a:off x="4734064" y="22033"/>
            <a:ext cx="2699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SRS Manufacture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Link to admin panel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C4DC95-1CDD-15FC-9E5D-66C5566B1F62}"/>
              </a:ext>
            </a:extLst>
          </p:cNvPr>
          <p:cNvSpPr txBox="1"/>
          <p:nvPr/>
        </p:nvSpPr>
        <p:spPr>
          <a:xfrm>
            <a:off x="7505690" y="849041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Login to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7336C-C32C-0509-AE5F-605EF61A0D4B}"/>
              </a:ext>
            </a:extLst>
          </p:cNvPr>
          <p:cNvSpPr txBox="1"/>
          <p:nvPr/>
        </p:nvSpPr>
        <p:spPr>
          <a:xfrm>
            <a:off x="8879047" y="1430668"/>
            <a:ext cx="2170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BE431-F251-8969-8C1C-72C5A732C793}"/>
              </a:ext>
            </a:extLst>
          </p:cNvPr>
          <p:cNvSpPr txBox="1"/>
          <p:nvPr/>
        </p:nvSpPr>
        <p:spPr>
          <a:xfrm>
            <a:off x="2370821" y="968401"/>
            <a:ext cx="2440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contact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1B1A5-C45B-57D5-82E3-2448B5D1FCDE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testimonial</a:t>
            </a:r>
          </a:p>
        </p:txBody>
      </p:sp>
    </p:spTree>
    <p:extLst>
      <p:ext uri="{BB962C8B-B14F-4D97-AF65-F5344CB8AC3E}">
        <p14:creationId xmlns:p14="http://schemas.microsoft.com/office/powerpoint/2010/main" val="3690975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7EE1CDEB-AC9E-C0AE-5E44-5658C3B43F10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69F8BFC7-AC03-A84E-4CC6-05AE4D779895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523660B4-5D5D-7397-5ED3-9AC1661AEECF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B4CF97CB-1C44-70AD-2DBB-FAA88E7D4BD8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337ADA9-F39C-29F3-A680-BE7EF60FAFB6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B674F-BC03-636C-5AB5-B1633FFF476B}"/>
              </a:ext>
            </a:extLst>
          </p:cNvPr>
          <p:cNvSpPr txBox="1"/>
          <p:nvPr/>
        </p:nvSpPr>
        <p:spPr>
          <a:xfrm>
            <a:off x="5170306" y="22033"/>
            <a:ext cx="18274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Login to 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CC0F4-AE71-F59B-CAE3-EA0F8406B418}"/>
              </a:ext>
            </a:extLst>
          </p:cNvPr>
          <p:cNvSpPr txBox="1"/>
          <p:nvPr/>
        </p:nvSpPr>
        <p:spPr>
          <a:xfrm>
            <a:off x="7475094" y="1047325"/>
            <a:ext cx="2170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84040-CCEF-2A03-0459-8A516F6B3081}"/>
              </a:ext>
            </a:extLst>
          </p:cNvPr>
          <p:cNvSpPr txBox="1"/>
          <p:nvPr/>
        </p:nvSpPr>
        <p:spPr>
          <a:xfrm>
            <a:off x="8879047" y="1430668"/>
            <a:ext cx="2170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ADD USER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977D9-B7CD-7CE2-A787-6E100B905710}"/>
              </a:ext>
            </a:extLst>
          </p:cNvPr>
          <p:cNvSpPr txBox="1"/>
          <p:nvPr/>
        </p:nvSpPr>
        <p:spPr>
          <a:xfrm>
            <a:off x="2370821" y="968401"/>
            <a:ext cx="2440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Link to admin panel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EBC948-86AB-662D-0F65-EE43582C4A89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220806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E70DBEBF-AA91-7A7F-F5F6-CA07BBF2EBDE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F0CEACB8-3438-C159-BA9C-202C73A782A2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2F3898B8-3AF6-ACCF-1921-C9C0D4A82E0A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F64A7465-1DA5-637A-B52C-CBECE195D8C2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6322758-AE7F-748E-A0F8-0C3B598A2393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0E64A-AEC9-0D12-0C4E-0BD7845D7A45}"/>
              </a:ext>
            </a:extLst>
          </p:cNvPr>
          <p:cNvSpPr txBox="1"/>
          <p:nvPr/>
        </p:nvSpPr>
        <p:spPr>
          <a:xfrm>
            <a:off x="5101651" y="234497"/>
            <a:ext cx="18274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400" b="1" dirty="0">
              <a:solidFill>
                <a:srgbClr val="7030A0"/>
              </a:solidFill>
            </a:endParaRP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51B48-6D52-28C1-C8BF-F15205771372}"/>
              </a:ext>
            </a:extLst>
          </p:cNvPr>
          <p:cNvSpPr txBox="1"/>
          <p:nvPr/>
        </p:nvSpPr>
        <p:spPr>
          <a:xfrm>
            <a:off x="7438429" y="988979"/>
            <a:ext cx="2170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CREATE 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542B81-F968-E0ED-FB02-E99A1B4AE59D}"/>
              </a:ext>
            </a:extLst>
          </p:cNvPr>
          <p:cNvSpPr txBox="1"/>
          <p:nvPr/>
        </p:nvSpPr>
        <p:spPr>
          <a:xfrm>
            <a:off x="8879047" y="1430668"/>
            <a:ext cx="2170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USER 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2B78EF-33F9-D970-F0AA-BA1D879458AF}"/>
              </a:ext>
            </a:extLst>
          </p:cNvPr>
          <p:cNvSpPr txBox="1"/>
          <p:nvPr/>
        </p:nvSpPr>
        <p:spPr>
          <a:xfrm>
            <a:off x="2370821" y="968401"/>
            <a:ext cx="2440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Login to 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BA2864-390C-9D2C-3E97-ED89C4DE7AB6}"/>
              </a:ext>
            </a:extLst>
          </p:cNvPr>
          <p:cNvSpPr txBox="1"/>
          <p:nvPr/>
        </p:nvSpPr>
        <p:spPr>
          <a:xfrm>
            <a:off x="881979" y="151644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SRS Manufacture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Link to admin panel</a:t>
            </a:r>
          </a:p>
        </p:txBody>
      </p:sp>
    </p:spTree>
    <p:extLst>
      <p:ext uri="{BB962C8B-B14F-4D97-AF65-F5344CB8AC3E}">
        <p14:creationId xmlns:p14="http://schemas.microsoft.com/office/powerpoint/2010/main" val="25015637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27">
            <a:extLst>
              <a:ext uri="{FF2B5EF4-FFF2-40B4-BE49-F238E27FC236}">
                <a16:creationId xmlns:a16="http://schemas.microsoft.com/office/drawing/2014/main" id="{1FE37577-60A1-6526-841D-78BC6223C59C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Freeform: Shape 28">
            <a:extLst>
              <a:ext uri="{FF2B5EF4-FFF2-40B4-BE49-F238E27FC236}">
                <a16:creationId xmlns:a16="http://schemas.microsoft.com/office/drawing/2014/main" id="{D62E9C4C-DF9E-595E-3866-F9984220A79C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8" name="Freeform: Shape 29">
            <a:extLst>
              <a:ext uri="{FF2B5EF4-FFF2-40B4-BE49-F238E27FC236}">
                <a16:creationId xmlns:a16="http://schemas.microsoft.com/office/drawing/2014/main" id="{37408F88-0C18-B7A8-771B-759658FF6C5B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9" name="Freeform: Shape 30">
            <a:extLst>
              <a:ext uri="{FF2B5EF4-FFF2-40B4-BE49-F238E27FC236}">
                <a16:creationId xmlns:a16="http://schemas.microsoft.com/office/drawing/2014/main" id="{5AE7F672-7452-0AA1-F3CD-438A45860D91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1D8AE760-2B53-0AB0-3ACC-C9A2B43F3B87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79E8FA-7CB0-346D-167C-B2B2C71B562E}"/>
              </a:ext>
            </a:extLst>
          </p:cNvPr>
          <p:cNvSpPr txBox="1"/>
          <p:nvPr/>
        </p:nvSpPr>
        <p:spPr>
          <a:xfrm>
            <a:off x="5042054" y="644261"/>
            <a:ext cx="1872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CREATE USER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643C1-B149-963C-194D-3EC2DBBBCF8B}"/>
              </a:ext>
            </a:extLst>
          </p:cNvPr>
          <p:cNvSpPr txBox="1"/>
          <p:nvPr/>
        </p:nvSpPr>
        <p:spPr>
          <a:xfrm>
            <a:off x="7435640" y="1062813"/>
            <a:ext cx="2170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USER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F6807-53FE-F420-FDC6-3BA2591FAF3E}"/>
              </a:ext>
            </a:extLst>
          </p:cNvPr>
          <p:cNvSpPr txBox="1"/>
          <p:nvPr/>
        </p:nvSpPr>
        <p:spPr>
          <a:xfrm>
            <a:off x="8879047" y="1430668"/>
            <a:ext cx="2170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ADD PRODUCT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3B7C7-8807-AD51-45FB-6324F1380D60}"/>
              </a:ext>
            </a:extLst>
          </p:cNvPr>
          <p:cNvSpPr txBox="1"/>
          <p:nvPr/>
        </p:nvSpPr>
        <p:spPr>
          <a:xfrm>
            <a:off x="2217637" y="1289322"/>
            <a:ext cx="2440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DCC8F-E9B2-7D3D-18CD-FDF76A8B5144}"/>
              </a:ext>
            </a:extLst>
          </p:cNvPr>
          <p:cNvSpPr txBox="1"/>
          <p:nvPr/>
        </p:nvSpPr>
        <p:spPr>
          <a:xfrm>
            <a:off x="1142158" y="1628983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Login to 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577675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27">
            <a:extLst>
              <a:ext uri="{FF2B5EF4-FFF2-40B4-BE49-F238E27FC236}">
                <a16:creationId xmlns:a16="http://schemas.microsoft.com/office/drawing/2014/main" id="{FC7FC262-2CD1-4F79-23F4-EA501CEDB6D1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2" name="Freeform: Shape 28">
            <a:extLst>
              <a:ext uri="{FF2B5EF4-FFF2-40B4-BE49-F238E27FC236}">
                <a16:creationId xmlns:a16="http://schemas.microsoft.com/office/drawing/2014/main" id="{D15C0D1F-1368-3631-045D-BEA45FA3B31E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3" name="Freeform: Shape 29">
            <a:extLst>
              <a:ext uri="{FF2B5EF4-FFF2-40B4-BE49-F238E27FC236}">
                <a16:creationId xmlns:a16="http://schemas.microsoft.com/office/drawing/2014/main" id="{3ED17B6A-49B9-13E8-4718-825058A31B37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4" name="Freeform: Shape 30">
            <a:extLst>
              <a:ext uri="{FF2B5EF4-FFF2-40B4-BE49-F238E27FC236}">
                <a16:creationId xmlns:a16="http://schemas.microsoft.com/office/drawing/2014/main" id="{0AAB1321-B373-FDC1-3029-A1E2BD039701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5" name="Freeform: Shape 5">
            <a:extLst>
              <a:ext uri="{FF2B5EF4-FFF2-40B4-BE49-F238E27FC236}">
                <a16:creationId xmlns:a16="http://schemas.microsoft.com/office/drawing/2014/main" id="{999A97D3-53FF-9E8D-2C71-5E39579686F1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CA2EF3-D0AF-F889-93A0-0949BA07754E}"/>
              </a:ext>
            </a:extLst>
          </p:cNvPr>
          <p:cNvSpPr txBox="1"/>
          <p:nvPr/>
        </p:nvSpPr>
        <p:spPr>
          <a:xfrm>
            <a:off x="5158145" y="644261"/>
            <a:ext cx="1639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USER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5CA3E-6956-29BD-F3AF-1855AA2F7CAA}"/>
              </a:ext>
            </a:extLst>
          </p:cNvPr>
          <p:cNvSpPr txBox="1"/>
          <p:nvPr/>
        </p:nvSpPr>
        <p:spPr>
          <a:xfrm>
            <a:off x="7435640" y="1062813"/>
            <a:ext cx="2170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ADD 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741D26-BD8E-30AF-8FE7-69BE16A2FBA8}"/>
              </a:ext>
            </a:extLst>
          </p:cNvPr>
          <p:cNvSpPr txBox="1"/>
          <p:nvPr/>
        </p:nvSpPr>
        <p:spPr>
          <a:xfrm>
            <a:off x="8879047" y="1430668"/>
            <a:ext cx="2170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PRODUCT 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88314-7711-37E3-AF3E-C77C09A46F6C}"/>
              </a:ext>
            </a:extLst>
          </p:cNvPr>
          <p:cNvSpPr txBox="1"/>
          <p:nvPr/>
        </p:nvSpPr>
        <p:spPr>
          <a:xfrm>
            <a:off x="2301553" y="1183414"/>
            <a:ext cx="2440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CREATE USER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A655C-2504-EFC3-6DA6-520CA58AD63E}"/>
              </a:ext>
            </a:extLst>
          </p:cNvPr>
          <p:cNvSpPr txBox="1"/>
          <p:nvPr/>
        </p:nvSpPr>
        <p:spPr>
          <a:xfrm>
            <a:off x="981679" y="1665054"/>
            <a:ext cx="2639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87552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27">
            <a:extLst>
              <a:ext uri="{FF2B5EF4-FFF2-40B4-BE49-F238E27FC236}">
                <a16:creationId xmlns:a16="http://schemas.microsoft.com/office/drawing/2014/main" id="{10C05EA8-F3E1-F502-317E-DCA8BDD932FA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9" name="Freeform: Shape 28">
            <a:extLst>
              <a:ext uri="{FF2B5EF4-FFF2-40B4-BE49-F238E27FC236}">
                <a16:creationId xmlns:a16="http://schemas.microsoft.com/office/drawing/2014/main" id="{ED8EBB54-70DE-21FA-C9C4-54BDE433902A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0" name="Freeform: Shape 29">
            <a:extLst>
              <a:ext uri="{FF2B5EF4-FFF2-40B4-BE49-F238E27FC236}">
                <a16:creationId xmlns:a16="http://schemas.microsoft.com/office/drawing/2014/main" id="{F3AEF3F2-95E8-6573-D5F3-1350C2B7D5BA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1" name="Freeform: Shape 30">
            <a:extLst>
              <a:ext uri="{FF2B5EF4-FFF2-40B4-BE49-F238E27FC236}">
                <a16:creationId xmlns:a16="http://schemas.microsoft.com/office/drawing/2014/main" id="{A31C38EB-C586-B1AC-E4C9-4C0710E06BF6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6C12542-52D1-D133-825D-E556B866E42D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5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6BF116-68D1-E4BD-2C68-2AEA3B7E679D}"/>
              </a:ext>
            </a:extLst>
          </p:cNvPr>
          <p:cNvSpPr txBox="1"/>
          <p:nvPr/>
        </p:nvSpPr>
        <p:spPr>
          <a:xfrm>
            <a:off x="4694878" y="644261"/>
            <a:ext cx="2566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ADD PRODUCTS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1095F-E2E3-855B-1321-9F9836912AB9}"/>
              </a:ext>
            </a:extLst>
          </p:cNvPr>
          <p:cNvSpPr txBox="1"/>
          <p:nvPr/>
        </p:nvSpPr>
        <p:spPr>
          <a:xfrm>
            <a:off x="7435640" y="1062813"/>
            <a:ext cx="2170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PRODUCTS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00D0E-AB01-AFB4-78D3-9B94A03011FF}"/>
              </a:ext>
            </a:extLst>
          </p:cNvPr>
          <p:cNvSpPr txBox="1"/>
          <p:nvPr/>
        </p:nvSpPr>
        <p:spPr>
          <a:xfrm>
            <a:off x="8879047" y="1430668"/>
            <a:ext cx="21707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C59CB-7E59-7D65-6DCE-8F6EBB090F4D}"/>
              </a:ext>
            </a:extLst>
          </p:cNvPr>
          <p:cNvSpPr txBox="1"/>
          <p:nvPr/>
        </p:nvSpPr>
        <p:spPr>
          <a:xfrm>
            <a:off x="2301553" y="1183414"/>
            <a:ext cx="2440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USER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744FA-10D0-D54F-DFB4-ED669FA01D01}"/>
              </a:ext>
            </a:extLst>
          </p:cNvPr>
          <p:cNvSpPr txBox="1"/>
          <p:nvPr/>
        </p:nvSpPr>
        <p:spPr>
          <a:xfrm>
            <a:off x="981679" y="1665054"/>
            <a:ext cx="2639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CREATE USER</a:t>
            </a:r>
          </a:p>
        </p:txBody>
      </p:sp>
    </p:spTree>
    <p:extLst>
      <p:ext uri="{BB962C8B-B14F-4D97-AF65-F5344CB8AC3E}">
        <p14:creationId xmlns:p14="http://schemas.microsoft.com/office/powerpoint/2010/main" val="306651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00C8B3AD-DFA1-ADD1-FDF5-D914337C2495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896B0EF5-4B29-5AE1-E5C3-2433556D41C9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6D1FEF13-B3D8-1FF4-EA33-DD3F47F2C3CD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9E5EEC1A-7051-A9B1-A39C-FC038F114490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F71952A-4D3A-D986-0CBA-C7F3A2666B95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E13E7-203B-6007-0B7A-57B3744F900D}"/>
              </a:ext>
            </a:extLst>
          </p:cNvPr>
          <p:cNvSpPr txBox="1"/>
          <p:nvPr/>
        </p:nvSpPr>
        <p:spPr>
          <a:xfrm>
            <a:off x="4851428" y="646729"/>
            <a:ext cx="2489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PRODUCTS LIST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377A2-FDAB-BD0A-76D9-55D2E8B4A57F}"/>
              </a:ext>
            </a:extLst>
          </p:cNvPr>
          <p:cNvSpPr txBox="1"/>
          <p:nvPr/>
        </p:nvSpPr>
        <p:spPr>
          <a:xfrm>
            <a:off x="7435640" y="1062813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PRODUCT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B7D5C-CF32-7E39-4B9A-2E5A4D976B68}"/>
              </a:ext>
            </a:extLst>
          </p:cNvPr>
          <p:cNvSpPr txBox="1"/>
          <p:nvPr/>
        </p:nvSpPr>
        <p:spPr>
          <a:xfrm>
            <a:off x="8879047" y="1430668"/>
            <a:ext cx="2170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ALL TESTING 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RECORD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F1EA3-EF26-990E-29F1-D50D450AB6E9}"/>
              </a:ext>
            </a:extLst>
          </p:cNvPr>
          <p:cNvSpPr txBox="1"/>
          <p:nvPr/>
        </p:nvSpPr>
        <p:spPr>
          <a:xfrm>
            <a:off x="2301553" y="1183414"/>
            <a:ext cx="2440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ADD 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2DE655-3FFD-298E-BEE9-A28C32CB2F7C}"/>
              </a:ext>
            </a:extLst>
          </p:cNvPr>
          <p:cNvSpPr txBox="1"/>
          <p:nvPr/>
        </p:nvSpPr>
        <p:spPr>
          <a:xfrm>
            <a:off x="981679" y="1665054"/>
            <a:ext cx="2639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USER LIST</a:t>
            </a:r>
          </a:p>
        </p:txBody>
      </p:sp>
    </p:spTree>
    <p:extLst>
      <p:ext uri="{BB962C8B-B14F-4D97-AF65-F5344CB8AC3E}">
        <p14:creationId xmlns:p14="http://schemas.microsoft.com/office/powerpoint/2010/main" val="420862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1FDE8ED1-3C51-C451-45D1-AF9DCE06556A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E8383F87-96DD-6040-A3ED-243163ED1E03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E086B165-2D74-FD67-01D6-53F06FBD57AA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65185913-285F-EEDF-C918-29F3A88CBCB5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918A7FB-2DE7-A7EA-19B0-D1BFD2DA7204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5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4B60D-AFFC-B514-7B1A-73403E768941}"/>
              </a:ext>
            </a:extLst>
          </p:cNvPr>
          <p:cNvSpPr txBox="1"/>
          <p:nvPr/>
        </p:nvSpPr>
        <p:spPr>
          <a:xfrm>
            <a:off x="4603865" y="646729"/>
            <a:ext cx="2984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PRODUCT TESTING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3E3008-1255-00A5-E170-DE3FBBDD72C5}"/>
              </a:ext>
            </a:extLst>
          </p:cNvPr>
          <p:cNvSpPr txBox="1"/>
          <p:nvPr/>
        </p:nvSpPr>
        <p:spPr>
          <a:xfrm>
            <a:off x="7435640" y="1062813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ALL TESTING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RECORD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472257-FEAD-B1AD-83C1-B002DD9E0076}"/>
              </a:ext>
            </a:extLst>
          </p:cNvPr>
          <p:cNvSpPr txBox="1"/>
          <p:nvPr/>
        </p:nvSpPr>
        <p:spPr>
          <a:xfrm>
            <a:off x="2301553" y="1183414"/>
            <a:ext cx="2440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 PRODUCTS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LIST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7DB593-4BEB-5E5C-9E70-44513693A906}"/>
              </a:ext>
            </a:extLst>
          </p:cNvPr>
          <p:cNvSpPr txBox="1"/>
          <p:nvPr/>
        </p:nvSpPr>
        <p:spPr>
          <a:xfrm>
            <a:off x="981679" y="1665054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ADD 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A8E574-715D-0CB7-4647-6C4676DAB62A}"/>
              </a:ext>
            </a:extLst>
          </p:cNvPr>
          <p:cNvSpPr txBox="1"/>
          <p:nvPr/>
        </p:nvSpPr>
        <p:spPr>
          <a:xfrm>
            <a:off x="8991362" y="1327218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STATUS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828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27">
            <a:extLst>
              <a:ext uri="{FF2B5EF4-FFF2-40B4-BE49-F238E27FC236}">
                <a16:creationId xmlns:a16="http://schemas.microsoft.com/office/drawing/2014/main" id="{CF3050A3-FEE8-2746-934F-55AD12CBA121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8" name="Freeform: Shape 28">
            <a:extLst>
              <a:ext uri="{FF2B5EF4-FFF2-40B4-BE49-F238E27FC236}">
                <a16:creationId xmlns:a16="http://schemas.microsoft.com/office/drawing/2014/main" id="{FF4DA7E5-1A0E-FCD7-8BEC-FE6150844F76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9" name="Freeform: Shape 29">
            <a:extLst>
              <a:ext uri="{FF2B5EF4-FFF2-40B4-BE49-F238E27FC236}">
                <a16:creationId xmlns:a16="http://schemas.microsoft.com/office/drawing/2014/main" id="{ACF8D526-9443-8E7E-8455-7464CA32BC94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0" name="Freeform: Shape 30">
            <a:extLst>
              <a:ext uri="{FF2B5EF4-FFF2-40B4-BE49-F238E27FC236}">
                <a16:creationId xmlns:a16="http://schemas.microsoft.com/office/drawing/2014/main" id="{F4A1A8BD-B157-D869-543D-87DFC993C22C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FD24F60-05EB-A103-8311-116D4C832EF5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6069C-BC34-2027-2E1C-1CC774F17E61}"/>
              </a:ext>
            </a:extLst>
          </p:cNvPr>
          <p:cNvSpPr txBox="1"/>
          <p:nvPr/>
        </p:nvSpPr>
        <p:spPr>
          <a:xfrm>
            <a:off x="5126244" y="401093"/>
            <a:ext cx="20451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ALL TESTING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</a:rPr>
              <a:t>RECORD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0A302-C059-7F52-32FE-01C8C5F5769C}"/>
              </a:ext>
            </a:extLst>
          </p:cNvPr>
          <p:cNvSpPr txBox="1"/>
          <p:nvPr/>
        </p:nvSpPr>
        <p:spPr>
          <a:xfrm>
            <a:off x="7435640" y="1062813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TESTING 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16C90-4EBB-D366-8F0C-29E584832589}"/>
              </a:ext>
            </a:extLst>
          </p:cNvPr>
          <p:cNvSpPr txBox="1"/>
          <p:nvPr/>
        </p:nvSpPr>
        <p:spPr>
          <a:xfrm>
            <a:off x="2301553" y="1183414"/>
            <a:ext cx="2440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0348D-13BA-5163-B250-0B04F3081155}"/>
              </a:ext>
            </a:extLst>
          </p:cNvPr>
          <p:cNvSpPr txBox="1"/>
          <p:nvPr/>
        </p:nvSpPr>
        <p:spPr>
          <a:xfrm>
            <a:off x="981679" y="1665054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ADD 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RODUCTS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794C7-D304-6999-A01C-EAB417E3C1FE}"/>
              </a:ext>
            </a:extLst>
          </p:cNvPr>
          <p:cNvSpPr txBox="1"/>
          <p:nvPr/>
        </p:nvSpPr>
        <p:spPr>
          <a:xfrm>
            <a:off x="8991362" y="1327218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SEND TO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 CPRI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C24E8-0360-4D18-F34C-1D579510147F}"/>
              </a:ext>
            </a:extLst>
          </p:cNvPr>
          <p:cNvSpPr txBox="1"/>
          <p:nvPr/>
        </p:nvSpPr>
        <p:spPr>
          <a:xfrm>
            <a:off x="2241470" y="1170788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3564631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4ADC3427-5753-9509-B591-D63CE2E2FDB1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E8D3FE12-3FFE-9F50-5C3E-806F5B215D9C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1CC6F006-B6BD-2945-181D-DA0A0D915806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4D1A2F0F-1845-854E-6859-B10CC610C32D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35D20D1-53BB-2FF5-7844-DE13C07F7E53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&gt;ascascvsdaz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F8DDE-2EB8-9DF4-1AC4-DAB5F393B4A1}"/>
              </a:ext>
            </a:extLst>
          </p:cNvPr>
          <p:cNvSpPr txBox="1"/>
          <p:nvPr/>
        </p:nvSpPr>
        <p:spPr>
          <a:xfrm>
            <a:off x="5428410" y="401093"/>
            <a:ext cx="14407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TESTING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</a:rPr>
              <a:t>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98FD7-7AA5-BBB2-3294-C2838BCD4EC4}"/>
              </a:ext>
            </a:extLst>
          </p:cNvPr>
          <p:cNvSpPr txBox="1"/>
          <p:nvPr/>
        </p:nvSpPr>
        <p:spPr>
          <a:xfrm>
            <a:off x="7435640" y="1062813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SEND TO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 CPRI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FDEBD-8E09-91B8-3690-309BA2FBB943}"/>
              </a:ext>
            </a:extLst>
          </p:cNvPr>
          <p:cNvSpPr txBox="1"/>
          <p:nvPr/>
        </p:nvSpPr>
        <p:spPr>
          <a:xfrm>
            <a:off x="981679" y="1665054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14ABE-C60E-CF3B-6361-67B8E2A37580}"/>
              </a:ext>
            </a:extLst>
          </p:cNvPr>
          <p:cNvSpPr txBox="1"/>
          <p:nvPr/>
        </p:nvSpPr>
        <p:spPr>
          <a:xfrm>
            <a:off x="8991362" y="1327218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SEND TO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 REMANUFACTURE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CF459B-C2FF-8262-39D9-1B46962F4C45}"/>
              </a:ext>
            </a:extLst>
          </p:cNvPr>
          <p:cNvSpPr txBox="1"/>
          <p:nvPr/>
        </p:nvSpPr>
        <p:spPr>
          <a:xfrm>
            <a:off x="2241470" y="1170788"/>
            <a:ext cx="26397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ALL TESTING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1348516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03D6662B-2F92-95A5-0168-56D829080D3A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6E9E51C7-4FEB-1ED0-6645-5E2EE496CF0D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5A983C05-A034-2E52-86DF-8AA4792B6507}"/>
              </a:ext>
            </a:extLst>
          </p:cNvPr>
          <p:cNvSpPr txBox="1">
            <a:spLocks/>
          </p:cNvSpPr>
          <p:nvPr/>
        </p:nvSpPr>
        <p:spPr>
          <a:xfrm>
            <a:off x="7921396" y="1523894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5D4A6907-C0A8-7275-CB1E-7B665EE9C3C7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E4B97B2-9D33-1B86-7605-0D77D7783DBB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93A84-ED15-ABA3-6B87-21AB9E430C9E}"/>
              </a:ext>
            </a:extLst>
          </p:cNvPr>
          <p:cNvSpPr txBox="1"/>
          <p:nvPr/>
        </p:nvSpPr>
        <p:spPr>
          <a:xfrm>
            <a:off x="4920807" y="589484"/>
            <a:ext cx="2246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SEND TO CPRI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6A3FE-7838-C9AB-AC6A-781D9B363E1F}"/>
              </a:ext>
            </a:extLst>
          </p:cNvPr>
          <p:cNvSpPr txBox="1"/>
          <p:nvPr/>
        </p:nvSpPr>
        <p:spPr>
          <a:xfrm>
            <a:off x="7546082" y="885014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SEND TO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 REMANUFACTURE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3B407-AF43-717F-FF32-D92E7ED79277}"/>
              </a:ext>
            </a:extLst>
          </p:cNvPr>
          <p:cNvSpPr txBox="1"/>
          <p:nvPr/>
        </p:nvSpPr>
        <p:spPr>
          <a:xfrm>
            <a:off x="8991362" y="1327218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PENDING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47BBE-D0BB-5A9D-8AED-84C28699CA69}"/>
              </a:ext>
            </a:extLst>
          </p:cNvPr>
          <p:cNvSpPr txBox="1"/>
          <p:nvPr/>
        </p:nvSpPr>
        <p:spPr>
          <a:xfrm>
            <a:off x="2241470" y="1170788"/>
            <a:ext cx="26397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STATUS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151456-77AD-4B33-E679-08F645A601A9}"/>
              </a:ext>
            </a:extLst>
          </p:cNvPr>
          <p:cNvSpPr txBox="1"/>
          <p:nvPr/>
        </p:nvSpPr>
        <p:spPr>
          <a:xfrm>
            <a:off x="1157341" y="1523894"/>
            <a:ext cx="26397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ALL TESTING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3115847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27">
            <a:extLst>
              <a:ext uri="{FF2B5EF4-FFF2-40B4-BE49-F238E27FC236}">
                <a16:creationId xmlns:a16="http://schemas.microsoft.com/office/drawing/2014/main" id="{CED37CBA-CC03-0F5C-07BE-8DC07E6F5E0A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28">
            <a:extLst>
              <a:ext uri="{FF2B5EF4-FFF2-40B4-BE49-F238E27FC236}">
                <a16:creationId xmlns:a16="http://schemas.microsoft.com/office/drawing/2014/main" id="{D6FF3F0B-209F-01BE-7906-B7348581AB5B}"/>
              </a:ext>
            </a:extLst>
          </p:cNvPr>
          <p:cNvSpPr txBox="1">
            <a:spLocks/>
          </p:cNvSpPr>
          <p:nvPr/>
        </p:nvSpPr>
        <p:spPr>
          <a:xfrm>
            <a:off x="2133333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29">
            <a:extLst>
              <a:ext uri="{FF2B5EF4-FFF2-40B4-BE49-F238E27FC236}">
                <a16:creationId xmlns:a16="http://schemas.microsoft.com/office/drawing/2014/main" id="{BB0E64AF-3EDE-D22F-8CD7-41835F627733}"/>
              </a:ext>
            </a:extLst>
          </p:cNvPr>
          <p:cNvSpPr txBox="1">
            <a:spLocks/>
          </p:cNvSpPr>
          <p:nvPr/>
        </p:nvSpPr>
        <p:spPr>
          <a:xfrm>
            <a:off x="7921396" y="1523894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Freeform: Shape 30">
            <a:extLst>
              <a:ext uri="{FF2B5EF4-FFF2-40B4-BE49-F238E27FC236}">
                <a16:creationId xmlns:a16="http://schemas.microsoft.com/office/drawing/2014/main" id="{F70090CE-F8B6-964A-A0EB-9AA959AC23EB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3E1F5255-A7B8-73DA-A063-0E71D8C47EBD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92B4C-8DD4-F03F-E41E-5680D6821B47}"/>
              </a:ext>
            </a:extLst>
          </p:cNvPr>
          <p:cNvSpPr txBox="1"/>
          <p:nvPr/>
        </p:nvSpPr>
        <p:spPr>
          <a:xfrm>
            <a:off x="4602835" y="347031"/>
            <a:ext cx="29863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SEND TO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</a:rPr>
              <a:t> REMANUFACTURE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3DFA5-F8D8-5E65-D2C7-FA0A14A8F51A}"/>
              </a:ext>
            </a:extLst>
          </p:cNvPr>
          <p:cNvSpPr txBox="1"/>
          <p:nvPr/>
        </p:nvSpPr>
        <p:spPr>
          <a:xfrm>
            <a:off x="7546082" y="885014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PENDING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4146D-342D-C42F-936B-86E5CB5361B1}"/>
              </a:ext>
            </a:extLst>
          </p:cNvPr>
          <p:cNvSpPr txBox="1"/>
          <p:nvPr/>
        </p:nvSpPr>
        <p:spPr>
          <a:xfrm>
            <a:off x="8991362" y="1327218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Product-wise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F0918-44BA-2CF9-0D7C-DE45BC67BEAA}"/>
              </a:ext>
            </a:extLst>
          </p:cNvPr>
          <p:cNvSpPr txBox="1"/>
          <p:nvPr/>
        </p:nvSpPr>
        <p:spPr>
          <a:xfrm>
            <a:off x="2241470" y="1170788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SEND TO </a:t>
            </a:r>
            <a:br>
              <a:rPr lang="en-US" sz="14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CPRI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BFA593-4FA5-869C-9273-A5CEF5EAE7BE}"/>
              </a:ext>
            </a:extLst>
          </p:cNvPr>
          <p:cNvSpPr txBox="1"/>
          <p:nvPr/>
        </p:nvSpPr>
        <p:spPr>
          <a:xfrm>
            <a:off x="1157341" y="1523894"/>
            <a:ext cx="26397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730391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CAF52D79-8126-DBF4-6D09-514F5EDEB11D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DD040D11-8FF5-225B-E5C3-C336B54AD80A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9520D775-EFD3-DAA8-583C-72BC782159F3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1FA2B768-971F-6EE9-E33E-79027BAB3EC2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76E15F2-AAB9-90D4-3FA6-69B7CF281749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93125-6883-C9A8-1732-0E8FB9CFDE2D}"/>
              </a:ext>
            </a:extLst>
          </p:cNvPr>
          <p:cNvSpPr txBox="1"/>
          <p:nvPr/>
        </p:nvSpPr>
        <p:spPr>
          <a:xfrm>
            <a:off x="5188700" y="347031"/>
            <a:ext cx="18146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PENDING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</a:rPr>
              <a:t>PRODUCTS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A47E0F-FCFA-4C1F-C62D-AAC7F3B49CDD}"/>
              </a:ext>
            </a:extLst>
          </p:cNvPr>
          <p:cNvSpPr txBox="1"/>
          <p:nvPr/>
        </p:nvSpPr>
        <p:spPr>
          <a:xfrm>
            <a:off x="7546082" y="885014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Product-wise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4B5C9-70A4-62FF-C965-8E3EA2316B5C}"/>
              </a:ext>
            </a:extLst>
          </p:cNvPr>
          <p:cNvSpPr txBox="1"/>
          <p:nvPr/>
        </p:nvSpPr>
        <p:spPr>
          <a:xfrm>
            <a:off x="8991362" y="1327218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Testing Status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4E9AD4-C85F-4D2A-5723-5B83AF756AA0}"/>
              </a:ext>
            </a:extLst>
          </p:cNvPr>
          <p:cNvSpPr txBox="1"/>
          <p:nvPr/>
        </p:nvSpPr>
        <p:spPr>
          <a:xfrm>
            <a:off x="2241470" y="1170788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SEND TO </a:t>
            </a:r>
            <a:br>
              <a:rPr lang="en-US" sz="14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REMANUFACTURE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845F35-B941-5801-0E88-B7C9AEEAC4ED}"/>
              </a:ext>
            </a:extLst>
          </p:cNvPr>
          <p:cNvSpPr txBox="1"/>
          <p:nvPr/>
        </p:nvSpPr>
        <p:spPr>
          <a:xfrm>
            <a:off x="1157341" y="1523894"/>
            <a:ext cx="26397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SEND TO </a:t>
            </a:r>
            <a:br>
              <a:rPr lang="en-US" sz="14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CPRI</a:t>
            </a:r>
          </a:p>
        </p:txBody>
      </p:sp>
    </p:spTree>
    <p:extLst>
      <p:ext uri="{BB962C8B-B14F-4D97-AF65-F5344CB8AC3E}">
        <p14:creationId xmlns:p14="http://schemas.microsoft.com/office/powerpoint/2010/main" val="1559629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2B04B8EC-FBB9-711B-20B3-5C896A2C0ABE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7E96F0BA-5555-7DF1-58AF-084C9EF695AC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B1E3EDA5-B0D4-4D30-E021-AA1833E63CC2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AFA846A3-4B32-0B30-AE6E-F41F125C9F03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A22EA9E-442F-D1DB-2FF6-42E7F88EB3B9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4500E-CDF8-0653-7F03-9E6233F7A0BA}"/>
              </a:ext>
            </a:extLst>
          </p:cNvPr>
          <p:cNvSpPr txBox="1"/>
          <p:nvPr/>
        </p:nvSpPr>
        <p:spPr>
          <a:xfrm>
            <a:off x="4983932" y="347031"/>
            <a:ext cx="22241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Product-wise 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</a:rPr>
              <a:t>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912A6-5766-A938-0B30-1DAC85C49E93}"/>
              </a:ext>
            </a:extLst>
          </p:cNvPr>
          <p:cNvSpPr txBox="1"/>
          <p:nvPr/>
        </p:nvSpPr>
        <p:spPr>
          <a:xfrm>
            <a:off x="7546082" y="885014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Testing Status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427A6-29A7-4D53-E572-CBF420E4EAC2}"/>
              </a:ext>
            </a:extLst>
          </p:cNvPr>
          <p:cNvSpPr txBox="1"/>
          <p:nvPr/>
        </p:nvSpPr>
        <p:spPr>
          <a:xfrm>
            <a:off x="8991362" y="1327218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Date-</a:t>
            </a:r>
            <a:r>
              <a:rPr lang="en-US" sz="1600" b="1" dirty="0" err="1">
                <a:solidFill>
                  <a:schemeClr val="bg2">
                    <a:lumMod val="50000"/>
                  </a:schemeClr>
                </a:solidFill>
              </a:rPr>
              <a:t>wiseTesting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 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C3432E-63C8-A44D-27E3-79828E4FAAE1}"/>
              </a:ext>
            </a:extLst>
          </p:cNvPr>
          <p:cNvSpPr txBox="1"/>
          <p:nvPr/>
        </p:nvSpPr>
        <p:spPr>
          <a:xfrm>
            <a:off x="2241470" y="1170788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PENDING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30FD7D-4FB2-5BF1-33C8-C925CA3433BC}"/>
              </a:ext>
            </a:extLst>
          </p:cNvPr>
          <p:cNvSpPr txBox="1"/>
          <p:nvPr/>
        </p:nvSpPr>
        <p:spPr>
          <a:xfrm>
            <a:off x="1157341" y="1523894"/>
            <a:ext cx="26397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SEND TO </a:t>
            </a:r>
            <a:br>
              <a:rPr lang="en-US" sz="14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REMANUFACTURE</a:t>
            </a:r>
          </a:p>
        </p:txBody>
      </p:sp>
    </p:spTree>
    <p:extLst>
      <p:ext uri="{BB962C8B-B14F-4D97-AF65-F5344CB8AC3E}">
        <p14:creationId xmlns:p14="http://schemas.microsoft.com/office/powerpoint/2010/main" val="2430519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7DBCD683-04F3-31C9-35C8-5B5639FBFD29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32832754-32E9-A9C7-A7A8-7B231458CACB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5055EE18-94F6-41E0-294D-A56DC9234B8D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768A8E9D-EF9B-9F78-F02D-2CE8DBE16E54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BAFCD7C-AD09-FA0E-9354-874D0CF3F002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6EC13-AE88-058C-D0E2-9E4DA116AF5F}"/>
              </a:ext>
            </a:extLst>
          </p:cNvPr>
          <p:cNvSpPr txBox="1"/>
          <p:nvPr/>
        </p:nvSpPr>
        <p:spPr>
          <a:xfrm>
            <a:off x="4937798" y="347031"/>
            <a:ext cx="23164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Testing Status 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</a:rPr>
              <a:t>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DBA1B-6918-25E5-7EC1-2521746D329B}"/>
              </a:ext>
            </a:extLst>
          </p:cNvPr>
          <p:cNvSpPr txBox="1"/>
          <p:nvPr/>
        </p:nvSpPr>
        <p:spPr>
          <a:xfrm>
            <a:off x="7546082" y="885014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Date-wise Testing 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1DD43-4771-8C82-B2B5-212D508DD1C6}"/>
              </a:ext>
            </a:extLst>
          </p:cNvPr>
          <p:cNvSpPr txBox="1"/>
          <p:nvPr/>
        </p:nvSpPr>
        <p:spPr>
          <a:xfrm>
            <a:off x="8991362" y="1327218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CPRI Approval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3F035B-D259-8009-1B60-3E8CBF9996F6}"/>
              </a:ext>
            </a:extLst>
          </p:cNvPr>
          <p:cNvSpPr txBox="1"/>
          <p:nvPr/>
        </p:nvSpPr>
        <p:spPr>
          <a:xfrm>
            <a:off x="2241470" y="1170788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PRODUCT-wise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C04B5-1EC7-DE9E-6296-73CCD793E8E1}"/>
              </a:ext>
            </a:extLst>
          </p:cNvPr>
          <p:cNvSpPr txBox="1"/>
          <p:nvPr/>
        </p:nvSpPr>
        <p:spPr>
          <a:xfrm>
            <a:off x="1157341" y="1523894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PENDING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PRODUCTS</a:t>
            </a:r>
          </a:p>
        </p:txBody>
      </p:sp>
    </p:spTree>
    <p:extLst>
      <p:ext uri="{BB962C8B-B14F-4D97-AF65-F5344CB8AC3E}">
        <p14:creationId xmlns:p14="http://schemas.microsoft.com/office/powerpoint/2010/main" val="2954948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27">
            <a:extLst>
              <a:ext uri="{FF2B5EF4-FFF2-40B4-BE49-F238E27FC236}">
                <a16:creationId xmlns:a16="http://schemas.microsoft.com/office/drawing/2014/main" id="{60B1D8A1-9D8A-48A3-B863-FFB109266153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9" name="Freeform: Shape 28">
            <a:extLst>
              <a:ext uri="{FF2B5EF4-FFF2-40B4-BE49-F238E27FC236}">
                <a16:creationId xmlns:a16="http://schemas.microsoft.com/office/drawing/2014/main" id="{C0337B36-1625-E6F8-DD58-7758551B0B01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0" name="Freeform: Shape 29">
            <a:extLst>
              <a:ext uri="{FF2B5EF4-FFF2-40B4-BE49-F238E27FC236}">
                <a16:creationId xmlns:a16="http://schemas.microsoft.com/office/drawing/2014/main" id="{89115EA9-E8A1-3433-321D-07B78B154608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1" name="Freeform: Shape 30">
            <a:extLst>
              <a:ext uri="{FF2B5EF4-FFF2-40B4-BE49-F238E27FC236}">
                <a16:creationId xmlns:a16="http://schemas.microsoft.com/office/drawing/2014/main" id="{55B5742A-98B7-B775-0678-216CECD07805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2" name="Freeform: Shape 5">
            <a:extLst>
              <a:ext uri="{FF2B5EF4-FFF2-40B4-BE49-F238E27FC236}">
                <a16:creationId xmlns:a16="http://schemas.microsoft.com/office/drawing/2014/main" id="{8F1042B7-82E0-4DCF-786B-26BF26E3F740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F7B1B5-99EA-1DB0-472F-97FB1078E2D1}"/>
              </a:ext>
            </a:extLst>
          </p:cNvPr>
          <p:cNvSpPr txBox="1"/>
          <p:nvPr/>
        </p:nvSpPr>
        <p:spPr>
          <a:xfrm>
            <a:off x="4613607" y="347031"/>
            <a:ext cx="29647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Date-wise Testing  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</a:rPr>
              <a:t>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9E2A9-F977-C452-B851-F493180033A3}"/>
              </a:ext>
            </a:extLst>
          </p:cNvPr>
          <p:cNvSpPr txBox="1"/>
          <p:nvPr/>
        </p:nvSpPr>
        <p:spPr>
          <a:xfrm>
            <a:off x="7546082" y="885014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CPRI Approval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DCA5D1-8185-A816-C891-7C37B2AB57AC}"/>
              </a:ext>
            </a:extLst>
          </p:cNvPr>
          <p:cNvSpPr txBox="1"/>
          <p:nvPr/>
        </p:nvSpPr>
        <p:spPr>
          <a:xfrm>
            <a:off x="8917918" y="1470447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13DD9-75AB-65C6-F750-7BC030DCC67C}"/>
              </a:ext>
            </a:extLst>
          </p:cNvPr>
          <p:cNvSpPr txBox="1"/>
          <p:nvPr/>
        </p:nvSpPr>
        <p:spPr>
          <a:xfrm>
            <a:off x="2241470" y="1170788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 Status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15C30-F70E-B055-3107-43B614820AA2}"/>
              </a:ext>
            </a:extLst>
          </p:cNvPr>
          <p:cNvSpPr txBox="1"/>
          <p:nvPr/>
        </p:nvSpPr>
        <p:spPr>
          <a:xfrm>
            <a:off x="1157341" y="1523894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PRODUCT-wise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378967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27">
            <a:extLst>
              <a:ext uri="{FF2B5EF4-FFF2-40B4-BE49-F238E27FC236}">
                <a16:creationId xmlns:a16="http://schemas.microsoft.com/office/drawing/2014/main" id="{A7FEB0A1-5BBA-58E1-7598-24D7334016A7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Freeform: Shape 28">
            <a:extLst>
              <a:ext uri="{FF2B5EF4-FFF2-40B4-BE49-F238E27FC236}">
                <a16:creationId xmlns:a16="http://schemas.microsoft.com/office/drawing/2014/main" id="{7C879A27-CB6C-A074-6857-DA8E1C30576B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8" name="Freeform: Shape 29">
            <a:extLst>
              <a:ext uri="{FF2B5EF4-FFF2-40B4-BE49-F238E27FC236}">
                <a16:creationId xmlns:a16="http://schemas.microsoft.com/office/drawing/2014/main" id="{38062196-B3C3-A3A3-4BD6-DDEC1FE1F5FA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9" name="Freeform: Shape 30">
            <a:extLst>
              <a:ext uri="{FF2B5EF4-FFF2-40B4-BE49-F238E27FC236}">
                <a16:creationId xmlns:a16="http://schemas.microsoft.com/office/drawing/2014/main" id="{C8F37AFF-3118-9EE7-5E50-EFD7CC02BDE7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ABFF05E7-DFC3-7DAA-C092-A2D775BA9E17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F91BD-E67A-96AA-626C-47877031C2A4}"/>
              </a:ext>
            </a:extLst>
          </p:cNvPr>
          <p:cNvSpPr txBox="1"/>
          <p:nvPr/>
        </p:nvSpPr>
        <p:spPr>
          <a:xfrm>
            <a:off x="4948603" y="347031"/>
            <a:ext cx="22947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CPRI Approval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</a:rPr>
              <a:t>Report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16910-3782-8E50-65F2-BE084B4333C4}"/>
              </a:ext>
            </a:extLst>
          </p:cNvPr>
          <p:cNvSpPr txBox="1"/>
          <p:nvPr/>
        </p:nvSpPr>
        <p:spPr>
          <a:xfrm>
            <a:off x="7491041" y="1008124"/>
            <a:ext cx="2170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Logout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3B3C50-1B41-29E6-74A8-286F5F65F12A}"/>
              </a:ext>
            </a:extLst>
          </p:cNvPr>
          <p:cNvSpPr txBox="1"/>
          <p:nvPr/>
        </p:nvSpPr>
        <p:spPr>
          <a:xfrm>
            <a:off x="9066410" y="1177401"/>
            <a:ext cx="21707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Thanks for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Watching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Lab Automation</a:t>
            </a:r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92DA81-3D43-74EC-189D-7097FFD6FC35}"/>
              </a:ext>
            </a:extLst>
          </p:cNvPr>
          <p:cNvSpPr txBox="1"/>
          <p:nvPr/>
        </p:nvSpPr>
        <p:spPr>
          <a:xfrm>
            <a:off x="2241470" y="1170788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Date-wises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271251-2393-4944-A54F-E34556B86262}"/>
              </a:ext>
            </a:extLst>
          </p:cNvPr>
          <p:cNvSpPr txBox="1"/>
          <p:nvPr/>
        </p:nvSpPr>
        <p:spPr>
          <a:xfrm>
            <a:off x="1157341" y="1523894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Testing Status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116540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AF25A6C4-5A30-38A0-CB56-EDBBC1E7EFE9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3DB99695-C14B-61E4-DE43-BA9A4BCE2E1C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3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90F2EB16-F485-2F22-1A9D-13D4A13399AA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4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EFBF4209-ADC9-515C-E3FC-2B667B08BF3A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5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64C5BF4-9D60-0067-6B5B-AAC69A45DBB1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6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D2B5C-9268-7576-9C12-414C428152B2}"/>
              </a:ext>
            </a:extLst>
          </p:cNvPr>
          <p:cNvSpPr txBox="1"/>
          <p:nvPr/>
        </p:nvSpPr>
        <p:spPr>
          <a:xfrm>
            <a:off x="5283924" y="534400"/>
            <a:ext cx="16448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Logout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80BB9-6B06-AF6C-274A-E1C11AB89C26}"/>
              </a:ext>
            </a:extLst>
          </p:cNvPr>
          <p:cNvSpPr txBox="1"/>
          <p:nvPr/>
        </p:nvSpPr>
        <p:spPr>
          <a:xfrm>
            <a:off x="7572289" y="826787"/>
            <a:ext cx="2170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Thanks for 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Watching</a:t>
            </a:r>
          </a:p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</a:rPr>
              <a:t>Lab 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9F008-FA1F-3543-9F9C-4840BBEC3C43}"/>
              </a:ext>
            </a:extLst>
          </p:cNvPr>
          <p:cNvSpPr txBox="1"/>
          <p:nvPr/>
        </p:nvSpPr>
        <p:spPr>
          <a:xfrm>
            <a:off x="9066410" y="1177401"/>
            <a:ext cx="2170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US" sz="1600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52D19-26BA-6A1E-0056-F9AF8E93EA81}"/>
              </a:ext>
            </a:extLst>
          </p:cNvPr>
          <p:cNvSpPr txBox="1"/>
          <p:nvPr/>
        </p:nvSpPr>
        <p:spPr>
          <a:xfrm>
            <a:off x="2241470" y="1170788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CPRI Approval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3695C-07DE-8CE7-055B-2DB62916ECA5}"/>
              </a:ext>
            </a:extLst>
          </p:cNvPr>
          <p:cNvSpPr txBox="1"/>
          <p:nvPr/>
        </p:nvSpPr>
        <p:spPr>
          <a:xfrm>
            <a:off x="1157341" y="1523894"/>
            <a:ext cx="2639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Date-wises</a:t>
            </a: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4266752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7">
            <a:extLst>
              <a:ext uri="{FF2B5EF4-FFF2-40B4-BE49-F238E27FC236}">
                <a16:creationId xmlns:a16="http://schemas.microsoft.com/office/drawing/2014/main" id="{A106B174-7C54-8E92-C13D-8BF77A19B6CC}"/>
              </a:ext>
            </a:extLst>
          </p:cNvPr>
          <p:cNvSpPr txBox="1">
            <a:spLocks/>
          </p:cNvSpPr>
          <p:nvPr/>
        </p:nvSpPr>
        <p:spPr>
          <a:xfrm>
            <a:off x="1233889" y="1773716"/>
            <a:ext cx="3360145" cy="3338111"/>
          </a:xfrm>
          <a:custGeom>
            <a:avLst/>
            <a:gdLst>
              <a:gd name="connsiteX0" fmla="*/ 1340806 w 2567145"/>
              <a:gd name="connsiteY0" fmla="*/ 3 h 2566270"/>
              <a:gd name="connsiteX1" fmla="*/ 1567877 w 2567145"/>
              <a:gd name="connsiteY1" fmla="*/ 95183 h 2566270"/>
              <a:gd name="connsiteX2" fmla="*/ 2473881 w 2567145"/>
              <a:gd name="connsiteY2" fmla="*/ 1008864 h 2566270"/>
              <a:gd name="connsiteX3" fmla="*/ 2471962 w 2567145"/>
              <a:gd name="connsiteY3" fmla="*/ 1463800 h 2566270"/>
              <a:gd name="connsiteX4" fmla="*/ 1454204 w 2567145"/>
              <a:gd name="connsiteY4" fmla="*/ 2473007 h 2566270"/>
              <a:gd name="connsiteX5" fmla="*/ 999269 w 2567145"/>
              <a:gd name="connsiteY5" fmla="*/ 2471088 h 2566270"/>
              <a:gd name="connsiteX6" fmla="*/ 93264 w 2567145"/>
              <a:gd name="connsiteY6" fmla="*/ 1557406 h 2566270"/>
              <a:gd name="connsiteX7" fmla="*/ 95183 w 2567145"/>
              <a:gd name="connsiteY7" fmla="*/ 1102470 h 2566270"/>
              <a:gd name="connsiteX8" fmla="*/ 1112941 w 2567145"/>
              <a:gd name="connsiteY8" fmla="*/ 93264 h 2566270"/>
              <a:gd name="connsiteX9" fmla="*/ 1340806 w 2567145"/>
              <a:gd name="connsiteY9" fmla="*/ 3 h 256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7145" h="2566270">
                <a:moveTo>
                  <a:pt x="1340806" y="3"/>
                </a:moveTo>
                <a:cubicBezTo>
                  <a:pt x="1423133" y="350"/>
                  <a:pt x="1505328" y="32104"/>
                  <a:pt x="1567877" y="95183"/>
                </a:cubicBezTo>
                <a:lnTo>
                  <a:pt x="2473881" y="1008864"/>
                </a:lnTo>
                <a:cubicBezTo>
                  <a:pt x="2598979" y="1135021"/>
                  <a:pt x="2598119" y="1338703"/>
                  <a:pt x="2471962" y="1463800"/>
                </a:cubicBezTo>
                <a:lnTo>
                  <a:pt x="1454204" y="2473007"/>
                </a:lnTo>
                <a:cubicBezTo>
                  <a:pt x="1328047" y="2598104"/>
                  <a:pt x="1124366" y="2597245"/>
                  <a:pt x="999269" y="2471088"/>
                </a:cubicBezTo>
                <a:lnTo>
                  <a:pt x="93264" y="1557406"/>
                </a:lnTo>
                <a:cubicBezTo>
                  <a:pt x="-31833" y="1431249"/>
                  <a:pt x="-30974" y="1227567"/>
                  <a:pt x="95183" y="1102470"/>
                </a:cubicBezTo>
                <a:lnTo>
                  <a:pt x="1112941" y="93264"/>
                </a:lnTo>
                <a:cubicBezTo>
                  <a:pt x="1176019" y="30715"/>
                  <a:pt x="1258479" y="-344"/>
                  <a:pt x="1340806" y="3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3" name="Freeform: Shape 28">
            <a:extLst>
              <a:ext uri="{FF2B5EF4-FFF2-40B4-BE49-F238E27FC236}">
                <a16:creationId xmlns:a16="http://schemas.microsoft.com/office/drawing/2014/main" id="{623EE281-B7B1-9A65-59F2-229EF70211B4}"/>
              </a:ext>
            </a:extLst>
          </p:cNvPr>
          <p:cNvSpPr txBox="1">
            <a:spLocks/>
          </p:cNvSpPr>
          <p:nvPr/>
        </p:nvSpPr>
        <p:spPr>
          <a:xfrm>
            <a:off x="2115240" y="1112704"/>
            <a:ext cx="4274543" cy="4742761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3589 w 3587326"/>
              <a:gd name="connsiteY2" fmla="*/ 1397122 h 3585930"/>
              <a:gd name="connsiteX3" fmla="*/ 3507138 w 3587326"/>
              <a:gd name="connsiteY3" fmla="*/ 1463245 h 3585930"/>
              <a:gd name="connsiteX4" fmla="*/ 3559399 w 3587326"/>
              <a:gd name="connsiteY4" fmla="*/ 1563582 h 3585930"/>
              <a:gd name="connsiteX5" fmla="*/ 3579503 w 3587326"/>
              <a:gd name="connsiteY5" fmla="*/ 1632484 h 3585930"/>
              <a:gd name="connsiteX6" fmla="*/ 3455114 w 3587326"/>
              <a:gd name="connsiteY6" fmla="*/ 2033270 h 3585930"/>
              <a:gd name="connsiteX7" fmla="*/ 2019942 w 3587326"/>
              <a:gd name="connsiteY7" fmla="*/ 3456384 h 3585930"/>
              <a:gd name="connsiteX8" fmla="*/ 1388021 w 3587326"/>
              <a:gd name="connsiteY8" fmla="*/ 3453718 h 3585930"/>
              <a:gd name="connsiteX9" fmla="*/ 129547 w 3587326"/>
              <a:gd name="connsiteY9" fmla="*/ 2184581 h 3585930"/>
              <a:gd name="connsiteX10" fmla="*/ 132213 w 3587326"/>
              <a:gd name="connsiteY10" fmla="*/ 1552660 h 3585930"/>
              <a:gd name="connsiteX11" fmla="*/ 1567385 w 3587326"/>
              <a:gd name="connsiteY11" fmla="*/ 129546 h 3585930"/>
              <a:gd name="connsiteX12" fmla="*/ 1883898 w 3587326"/>
              <a:gd name="connsiteY12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3" y="486"/>
                  <a:pt x="2112425" y="44594"/>
                  <a:pt x="2199307" y="132212"/>
                </a:cubicBezTo>
                <a:lnTo>
                  <a:pt x="3453589" y="1397122"/>
                </a:lnTo>
                <a:lnTo>
                  <a:pt x="3507138" y="1463245"/>
                </a:lnTo>
                <a:lnTo>
                  <a:pt x="3559399" y="1563582"/>
                </a:lnTo>
                <a:lnTo>
                  <a:pt x="3579503" y="1632484"/>
                </a:lnTo>
                <a:cubicBezTo>
                  <a:pt x="3606174" y="1773426"/>
                  <a:pt x="3564637" y="1924668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3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4" name="Freeform: Shape 29">
            <a:extLst>
              <a:ext uri="{FF2B5EF4-FFF2-40B4-BE49-F238E27FC236}">
                <a16:creationId xmlns:a16="http://schemas.microsoft.com/office/drawing/2014/main" id="{04FC2A89-4A57-AC33-68EA-B949624D32C3}"/>
              </a:ext>
            </a:extLst>
          </p:cNvPr>
          <p:cNvSpPr txBox="1">
            <a:spLocks/>
          </p:cNvSpPr>
          <p:nvPr/>
        </p:nvSpPr>
        <p:spPr>
          <a:xfrm>
            <a:off x="7952927" y="1516443"/>
            <a:ext cx="3284278" cy="3485214"/>
          </a:xfrm>
          <a:custGeom>
            <a:avLst/>
            <a:gdLst>
              <a:gd name="connsiteX0" fmla="*/ 1301302 w 2603135"/>
              <a:gd name="connsiteY0" fmla="*/ 4 h 2603234"/>
              <a:gd name="connsiteX1" fmla="*/ 1540228 w 2603135"/>
              <a:gd name="connsiteY1" fmla="*/ 100154 h 2603234"/>
              <a:gd name="connsiteX2" fmla="*/ 2505003 w 2603135"/>
              <a:gd name="connsiteY2" fmla="*/ 1073104 h 2603234"/>
              <a:gd name="connsiteX3" fmla="*/ 2502983 w 2603135"/>
              <a:gd name="connsiteY3" fmla="*/ 1551792 h 2603234"/>
              <a:gd name="connsiteX4" fmla="*/ 1541597 w 2603135"/>
              <a:gd name="connsiteY4" fmla="*/ 2505101 h 2603234"/>
              <a:gd name="connsiteX5" fmla="*/ 1062908 w 2603135"/>
              <a:gd name="connsiteY5" fmla="*/ 2503082 h 2603234"/>
              <a:gd name="connsiteX6" fmla="*/ 98133 w 2603135"/>
              <a:gd name="connsiteY6" fmla="*/ 1530132 h 2603234"/>
              <a:gd name="connsiteX7" fmla="*/ 100153 w 2603135"/>
              <a:gd name="connsiteY7" fmla="*/ 1051443 h 2603234"/>
              <a:gd name="connsiteX8" fmla="*/ 1061539 w 2603135"/>
              <a:gd name="connsiteY8" fmla="*/ 98134 h 2603234"/>
              <a:gd name="connsiteX9" fmla="*/ 1301302 w 2603135"/>
              <a:gd name="connsiteY9" fmla="*/ 4 h 26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03135" h="2603234">
                <a:moveTo>
                  <a:pt x="1301302" y="4"/>
                </a:moveTo>
                <a:cubicBezTo>
                  <a:pt x="1387927" y="370"/>
                  <a:pt x="1474414" y="33782"/>
                  <a:pt x="1540228" y="100154"/>
                </a:cubicBezTo>
                <a:lnTo>
                  <a:pt x="2505003" y="1073104"/>
                </a:lnTo>
                <a:cubicBezTo>
                  <a:pt x="2636631" y="1205847"/>
                  <a:pt x="2635727" y="1420164"/>
                  <a:pt x="2502983" y="1551792"/>
                </a:cubicBezTo>
                <a:lnTo>
                  <a:pt x="1541597" y="2505101"/>
                </a:lnTo>
                <a:cubicBezTo>
                  <a:pt x="1408853" y="2636730"/>
                  <a:pt x="1194537" y="2635826"/>
                  <a:pt x="1062908" y="2503082"/>
                </a:cubicBezTo>
                <a:lnTo>
                  <a:pt x="98133" y="1530132"/>
                </a:lnTo>
                <a:cubicBezTo>
                  <a:pt x="-33495" y="1397388"/>
                  <a:pt x="-32591" y="1183071"/>
                  <a:pt x="100153" y="1051443"/>
                </a:cubicBezTo>
                <a:lnTo>
                  <a:pt x="1061539" y="98134"/>
                </a:lnTo>
                <a:cubicBezTo>
                  <a:pt x="1127911" y="32320"/>
                  <a:pt x="1214676" y="-361"/>
                  <a:pt x="1301302" y="4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5" name="Freeform: Shape 30">
            <a:extLst>
              <a:ext uri="{FF2B5EF4-FFF2-40B4-BE49-F238E27FC236}">
                <a16:creationId xmlns:a16="http://schemas.microsoft.com/office/drawing/2014/main" id="{841130BC-7650-DDFF-7FB8-04A329D7629F}"/>
              </a:ext>
            </a:extLst>
          </p:cNvPr>
          <p:cNvSpPr txBox="1">
            <a:spLocks/>
          </p:cNvSpPr>
          <p:nvPr/>
        </p:nvSpPr>
        <p:spPr>
          <a:xfrm>
            <a:off x="5927075" y="1002535"/>
            <a:ext cx="4406747" cy="4527932"/>
          </a:xfrm>
          <a:custGeom>
            <a:avLst/>
            <a:gdLst>
              <a:gd name="connsiteX0" fmla="*/ 1883898 w 3587326"/>
              <a:gd name="connsiteY0" fmla="*/ 4 h 3585930"/>
              <a:gd name="connsiteX1" fmla="*/ 2199307 w 3587326"/>
              <a:gd name="connsiteY1" fmla="*/ 132212 h 3585930"/>
              <a:gd name="connsiteX2" fmla="*/ 3457780 w 3587326"/>
              <a:gd name="connsiteY2" fmla="*/ 1401349 h 3585930"/>
              <a:gd name="connsiteX3" fmla="*/ 3455114 w 3587326"/>
              <a:gd name="connsiteY3" fmla="*/ 2033270 h 3585930"/>
              <a:gd name="connsiteX4" fmla="*/ 2019942 w 3587326"/>
              <a:gd name="connsiteY4" fmla="*/ 3456384 h 3585930"/>
              <a:gd name="connsiteX5" fmla="*/ 1388021 w 3587326"/>
              <a:gd name="connsiteY5" fmla="*/ 3453718 h 3585930"/>
              <a:gd name="connsiteX6" fmla="*/ 129547 w 3587326"/>
              <a:gd name="connsiteY6" fmla="*/ 2184581 h 3585930"/>
              <a:gd name="connsiteX7" fmla="*/ 132213 w 3587326"/>
              <a:gd name="connsiteY7" fmla="*/ 1552660 h 3585930"/>
              <a:gd name="connsiteX8" fmla="*/ 1567385 w 3587326"/>
              <a:gd name="connsiteY8" fmla="*/ 129546 h 3585930"/>
              <a:gd name="connsiteX9" fmla="*/ 1883898 w 3587326"/>
              <a:gd name="connsiteY9" fmla="*/ 4 h 3585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7326" h="3585930">
                <a:moveTo>
                  <a:pt x="1883898" y="4"/>
                </a:moveTo>
                <a:cubicBezTo>
                  <a:pt x="1998254" y="486"/>
                  <a:pt x="2112425" y="44594"/>
                  <a:pt x="2199307" y="132212"/>
                </a:cubicBezTo>
                <a:lnTo>
                  <a:pt x="3457780" y="1401349"/>
                </a:lnTo>
                <a:cubicBezTo>
                  <a:pt x="3631544" y="1576585"/>
                  <a:pt x="3630350" y="1859506"/>
                  <a:pt x="3455114" y="2033270"/>
                </a:cubicBezTo>
                <a:lnTo>
                  <a:pt x="2019942" y="3456384"/>
                </a:lnTo>
                <a:cubicBezTo>
                  <a:pt x="1844706" y="3630148"/>
                  <a:pt x="1561785" y="3628955"/>
                  <a:pt x="1388021" y="3453718"/>
                </a:cubicBezTo>
                <a:lnTo>
                  <a:pt x="129547" y="2184581"/>
                </a:lnTo>
                <a:cubicBezTo>
                  <a:pt x="-44217" y="2009345"/>
                  <a:pt x="-43023" y="1726424"/>
                  <a:pt x="132213" y="1552660"/>
                </a:cubicBezTo>
                <a:lnTo>
                  <a:pt x="1567385" y="129546"/>
                </a:lnTo>
                <a:cubicBezTo>
                  <a:pt x="1655004" y="42664"/>
                  <a:pt x="1769543" y="-478"/>
                  <a:pt x="1883898" y="4"/>
                </a:cubicBezTo>
                <a:close/>
              </a:path>
            </a:pathLst>
          </a:custGeom>
          <a:blipFill>
            <a:blip r:embed="rId2"/>
            <a:stretch>
              <a:fillRect l="16000" t="22000" r="17000" b="22000"/>
            </a:stretch>
          </a:blipFill>
          <a:effectLst>
            <a:outerShdw blurRad="279400" sx="102000" sy="102000" algn="ctr" rotWithShape="0">
              <a:prstClr val="black">
                <a:alpha val="55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3F888D-CC02-A963-8489-DE5988FA86DC}"/>
              </a:ext>
            </a:extLst>
          </p:cNvPr>
          <p:cNvSpPr txBox="1">
            <a:spLocks/>
          </p:cNvSpPr>
          <p:nvPr/>
        </p:nvSpPr>
        <p:spPr>
          <a:xfrm>
            <a:off x="3018623" y="187287"/>
            <a:ext cx="6081310" cy="6323682"/>
          </a:xfrm>
          <a:custGeom>
            <a:avLst/>
            <a:gdLst>
              <a:gd name="connsiteX0" fmla="*/ 2259949 w 4458224"/>
              <a:gd name="connsiteY0" fmla="*/ 6 h 4457863"/>
              <a:gd name="connsiteX1" fmla="*/ 2666984 w 4458224"/>
              <a:gd name="connsiteY1" fmla="*/ 170621 h 4457863"/>
              <a:gd name="connsiteX2" fmla="*/ 4291045 w 4458224"/>
              <a:gd name="connsiteY2" fmla="*/ 1808443 h 4457863"/>
              <a:gd name="connsiteX3" fmla="*/ 4287604 w 4458224"/>
              <a:gd name="connsiteY3" fmla="*/ 2623938 h 4457863"/>
              <a:gd name="connsiteX4" fmla="*/ 2606736 w 4458224"/>
              <a:gd name="connsiteY4" fmla="*/ 4290684 h 4457863"/>
              <a:gd name="connsiteX5" fmla="*/ 1791241 w 4458224"/>
              <a:gd name="connsiteY5" fmla="*/ 4287243 h 4457863"/>
              <a:gd name="connsiteX6" fmla="*/ 167180 w 4458224"/>
              <a:gd name="connsiteY6" fmla="*/ 2649421 h 4457863"/>
              <a:gd name="connsiteX7" fmla="*/ 170620 w 4458224"/>
              <a:gd name="connsiteY7" fmla="*/ 1833926 h 4457863"/>
              <a:gd name="connsiteX8" fmla="*/ 1851489 w 4458224"/>
              <a:gd name="connsiteY8" fmla="*/ 167181 h 4457863"/>
              <a:gd name="connsiteX9" fmla="*/ 2259949 w 4458224"/>
              <a:gd name="connsiteY9" fmla="*/ 6 h 44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8224" h="4457863">
                <a:moveTo>
                  <a:pt x="2259949" y="6"/>
                </a:moveTo>
                <a:cubicBezTo>
                  <a:pt x="2407524" y="630"/>
                  <a:pt x="2554863" y="57550"/>
                  <a:pt x="2666984" y="170621"/>
                </a:cubicBezTo>
                <a:lnTo>
                  <a:pt x="4291045" y="1808443"/>
                </a:lnTo>
                <a:cubicBezTo>
                  <a:pt x="4515287" y="2034585"/>
                  <a:pt x="4513747" y="2399695"/>
                  <a:pt x="4287604" y="2623938"/>
                </a:cubicBezTo>
                <a:lnTo>
                  <a:pt x="2606736" y="4290684"/>
                </a:lnTo>
                <a:cubicBezTo>
                  <a:pt x="2380593" y="4514926"/>
                  <a:pt x="2015483" y="4513386"/>
                  <a:pt x="1791241" y="4287243"/>
                </a:cubicBezTo>
                <a:lnTo>
                  <a:pt x="167180" y="2649421"/>
                </a:lnTo>
                <a:cubicBezTo>
                  <a:pt x="-57063" y="2423279"/>
                  <a:pt x="-55522" y="2058169"/>
                  <a:pt x="170620" y="1833926"/>
                </a:cubicBezTo>
                <a:lnTo>
                  <a:pt x="1851489" y="167181"/>
                </a:lnTo>
                <a:cubicBezTo>
                  <a:pt x="1964560" y="55060"/>
                  <a:pt x="2112373" y="-616"/>
                  <a:pt x="2259949" y="6"/>
                </a:cubicBezTo>
                <a:close/>
              </a:path>
            </a:pathLst>
          </a:custGeom>
          <a:blipFill dpi="0" rotWithShape="1">
            <a:blip r:embed="rId3"/>
            <a:srcRect/>
            <a:stretch>
              <a:fillRect l="16000" t="22000" r="17000" b="22000"/>
            </a:stretch>
          </a:blipFill>
          <a:effectLst>
            <a:outerShdw blurRad="431800" dist="241300" sx="102000" sy="102000" algn="ctr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en-PK"/>
            </a:defPPr>
            <a:lvl1pPr marL="0" indent="0" algn="l" defTabSz="914400" rtl="0" eaLnBrk="1" latinLnBrk="0" hangingPunct="1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10394-FC36-16CF-092F-7F2C4FFF8422}"/>
              </a:ext>
            </a:extLst>
          </p:cNvPr>
          <p:cNvSpPr txBox="1"/>
          <p:nvPr/>
        </p:nvSpPr>
        <p:spPr>
          <a:xfrm>
            <a:off x="5046610" y="187287"/>
            <a:ext cx="209878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E-Project</a:t>
            </a:r>
          </a:p>
          <a:p>
            <a:pPr algn="ctr"/>
            <a:r>
              <a:rPr lang="en-US" sz="4000" b="1" dirty="0">
                <a:solidFill>
                  <a:srgbClr val="7030A0"/>
                </a:solidFill>
              </a:rPr>
              <a:t>DISM</a:t>
            </a:r>
          </a:p>
        </p:txBody>
      </p:sp>
    </p:spTree>
    <p:extLst>
      <p:ext uri="{BB962C8B-B14F-4D97-AF65-F5344CB8AC3E}">
        <p14:creationId xmlns:p14="http://schemas.microsoft.com/office/powerpoint/2010/main" val="962062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373</Words>
  <Application>Microsoft Office PowerPoint</Application>
  <PresentationFormat>Widescreen</PresentationFormat>
  <Paragraphs>238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4</cp:revision>
  <dcterms:created xsi:type="dcterms:W3CDTF">2026-01-13T08:53:23Z</dcterms:created>
  <dcterms:modified xsi:type="dcterms:W3CDTF">2026-01-13T20:07:19Z</dcterms:modified>
</cp:coreProperties>
</file>